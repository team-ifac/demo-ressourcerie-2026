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4"/>
  </p:sldMasterIdLst>
  <p:notesMasterIdLst>
    <p:notesMasterId r:id="rId6"/>
  </p:notesMasterIdLst>
  <p:handoutMasterIdLst>
    <p:handoutMasterId r:id="rId7"/>
  </p:handoutMasterIdLst>
  <p:sldIdLst>
    <p:sldId id="263" r:id="rId5"/>
  </p:sldIdLst>
  <p:sldSz cx="7199313" cy="10331450"/>
  <p:notesSz cx="6669088" cy="9926638"/>
  <p:defaultTextStyle>
    <a:defPPr>
      <a:defRPr lang="fr-FR"/>
    </a:defPPr>
    <a:lvl1pPr marL="0" algn="l" defTabSz="956188" rtl="0" eaLnBrk="1" latinLnBrk="0" hangingPunct="1">
      <a:defRPr sz="1882" kern="1200">
        <a:solidFill>
          <a:schemeClr val="tx1"/>
        </a:solidFill>
        <a:latin typeface="+mn-lt"/>
        <a:ea typeface="+mn-ea"/>
        <a:cs typeface="+mn-cs"/>
      </a:defRPr>
    </a:lvl1pPr>
    <a:lvl2pPr marL="478094" algn="l" defTabSz="956188" rtl="0" eaLnBrk="1" latinLnBrk="0" hangingPunct="1">
      <a:defRPr sz="1882" kern="1200">
        <a:solidFill>
          <a:schemeClr val="tx1"/>
        </a:solidFill>
        <a:latin typeface="+mn-lt"/>
        <a:ea typeface="+mn-ea"/>
        <a:cs typeface="+mn-cs"/>
      </a:defRPr>
    </a:lvl2pPr>
    <a:lvl3pPr marL="956188" algn="l" defTabSz="956188" rtl="0" eaLnBrk="1" latinLnBrk="0" hangingPunct="1">
      <a:defRPr sz="1882" kern="1200">
        <a:solidFill>
          <a:schemeClr val="tx1"/>
        </a:solidFill>
        <a:latin typeface="+mn-lt"/>
        <a:ea typeface="+mn-ea"/>
        <a:cs typeface="+mn-cs"/>
      </a:defRPr>
    </a:lvl3pPr>
    <a:lvl4pPr marL="1434282" algn="l" defTabSz="956188" rtl="0" eaLnBrk="1" latinLnBrk="0" hangingPunct="1">
      <a:defRPr sz="1882" kern="1200">
        <a:solidFill>
          <a:schemeClr val="tx1"/>
        </a:solidFill>
        <a:latin typeface="+mn-lt"/>
        <a:ea typeface="+mn-ea"/>
        <a:cs typeface="+mn-cs"/>
      </a:defRPr>
    </a:lvl4pPr>
    <a:lvl5pPr marL="1912376" algn="l" defTabSz="956188" rtl="0" eaLnBrk="1" latinLnBrk="0" hangingPunct="1">
      <a:defRPr sz="1882" kern="1200">
        <a:solidFill>
          <a:schemeClr val="tx1"/>
        </a:solidFill>
        <a:latin typeface="+mn-lt"/>
        <a:ea typeface="+mn-ea"/>
        <a:cs typeface="+mn-cs"/>
      </a:defRPr>
    </a:lvl5pPr>
    <a:lvl6pPr marL="2390470" algn="l" defTabSz="956188" rtl="0" eaLnBrk="1" latinLnBrk="0" hangingPunct="1">
      <a:defRPr sz="1882" kern="1200">
        <a:solidFill>
          <a:schemeClr val="tx1"/>
        </a:solidFill>
        <a:latin typeface="+mn-lt"/>
        <a:ea typeface="+mn-ea"/>
        <a:cs typeface="+mn-cs"/>
      </a:defRPr>
    </a:lvl6pPr>
    <a:lvl7pPr marL="2868564" algn="l" defTabSz="956188" rtl="0" eaLnBrk="1" latinLnBrk="0" hangingPunct="1">
      <a:defRPr sz="1882" kern="1200">
        <a:solidFill>
          <a:schemeClr val="tx1"/>
        </a:solidFill>
        <a:latin typeface="+mn-lt"/>
        <a:ea typeface="+mn-ea"/>
        <a:cs typeface="+mn-cs"/>
      </a:defRPr>
    </a:lvl7pPr>
    <a:lvl8pPr marL="3346658" algn="l" defTabSz="956188" rtl="0" eaLnBrk="1" latinLnBrk="0" hangingPunct="1">
      <a:defRPr sz="1882" kern="1200">
        <a:solidFill>
          <a:schemeClr val="tx1"/>
        </a:solidFill>
        <a:latin typeface="+mn-lt"/>
        <a:ea typeface="+mn-ea"/>
        <a:cs typeface="+mn-cs"/>
      </a:defRPr>
    </a:lvl8pPr>
    <a:lvl9pPr marL="3824752" algn="l" defTabSz="956188" rtl="0" eaLnBrk="1" latinLnBrk="0" hangingPunct="1">
      <a:defRPr sz="188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472053"/>
    <a:srgbClr val="FCFEFE"/>
    <a:srgbClr val="B0D100"/>
    <a:srgbClr val="AB6BA5"/>
    <a:srgbClr val="FB9DA5"/>
    <a:srgbClr val="B9CE00"/>
    <a:srgbClr val="F9FDFD"/>
    <a:srgbClr val="95CFE3"/>
    <a:srgbClr val="FFF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CE30DE-4AF8-E94E-AF8E-A29EA6EF3D0C}" v="12" dt="2023-09-20T07:31:23.7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DF4"/>
          </a:solidFill>
        </a:fill>
      </a:tcStyle>
    </a:wholeTbl>
    <a:band1H>
      <a:tcStyle>
        <a:tcBdr/>
        <a:fill>
          <a:solidFill>
            <a:srgbClr val="D0D8E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D0D8E8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F81BD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F81BD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F81BD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F81BD"/>
          </a:solidFill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Style léger 1 - Accentuation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77"/>
    <p:restoredTop sz="96370"/>
  </p:normalViewPr>
  <p:slideViewPr>
    <p:cSldViewPr snapToGrid="0" snapToObjects="1">
      <p:cViewPr varScale="1">
        <p:scale>
          <a:sx n="99" d="100"/>
          <a:sy n="99" d="100"/>
        </p:scale>
        <p:origin x="464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FF8FBE1D-AB63-403A-9321-0A4D838CE4E9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889935" cy="496334"/>
          </a:xfrm>
          <a:prstGeom prst="rect">
            <a:avLst/>
          </a:prstGeom>
          <a:noFill/>
          <a:ln>
            <a:noFill/>
          </a:ln>
        </p:spPr>
        <p:txBody>
          <a:bodyPr vert="horz" wrap="square" lIns="91349" tIns="45678" rIns="91349" bIns="45678" anchor="t" anchorCtr="0" compatLnSpc="1">
            <a:noAutofit/>
          </a:bodyPr>
          <a:lstStyle/>
          <a:p>
            <a:pPr defTabSz="456806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400BF3-DFF5-4380-ABC2-E734A76562F9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3777612" y="0"/>
            <a:ext cx="2889935" cy="496334"/>
          </a:xfrm>
          <a:prstGeom prst="rect">
            <a:avLst/>
          </a:prstGeom>
          <a:noFill/>
          <a:ln>
            <a:noFill/>
          </a:ln>
        </p:spPr>
        <p:txBody>
          <a:bodyPr vert="horz" wrap="square" lIns="91349" tIns="45678" rIns="91349" bIns="45678" anchor="t" anchorCtr="0" compatLnSpc="1">
            <a:noAutofit/>
          </a:bodyPr>
          <a:lstStyle/>
          <a:p>
            <a:pPr algn="r" defTabSz="456806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FAFA016-3F64-41A7-9000-05BD3F1064E3}" type="datetime1">
              <a:rPr lang="fr-FR" sz="1200">
                <a:solidFill>
                  <a:srgbClr val="000000"/>
                </a:solidFill>
                <a:latin typeface="Calibri"/>
              </a:rPr>
              <a:pPr algn="r" defTabSz="456806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20/09/2023</a:t>
            </a:fld>
            <a:endParaRPr lang="fr-FR" sz="120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BB9E7CF-DA09-4F10-93DB-FCC477D2A82B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428582"/>
            <a:ext cx="2889935" cy="496334"/>
          </a:xfrm>
          <a:prstGeom prst="rect">
            <a:avLst/>
          </a:prstGeom>
          <a:noFill/>
          <a:ln>
            <a:noFill/>
          </a:ln>
        </p:spPr>
        <p:txBody>
          <a:bodyPr vert="horz" wrap="square" lIns="91349" tIns="45678" rIns="91349" bIns="45678" anchor="b" anchorCtr="0" compatLnSpc="1">
            <a:noAutofit/>
          </a:bodyPr>
          <a:lstStyle/>
          <a:p>
            <a:pPr defTabSz="456806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D2A2815-FA1D-41D1-94F9-DA5580F8C901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777612" y="9428582"/>
            <a:ext cx="2889935" cy="496334"/>
          </a:xfrm>
          <a:prstGeom prst="rect">
            <a:avLst/>
          </a:prstGeom>
          <a:noFill/>
          <a:ln>
            <a:noFill/>
          </a:ln>
        </p:spPr>
        <p:txBody>
          <a:bodyPr vert="horz" wrap="square" lIns="91349" tIns="45678" rIns="91349" bIns="45678" anchor="b" anchorCtr="0" compatLnSpc="1">
            <a:noAutofit/>
          </a:bodyPr>
          <a:lstStyle/>
          <a:p>
            <a:pPr algn="r" defTabSz="456806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D19E4FA-ACAA-4849-9C52-7629F1DF2867}" type="slidenum">
              <a:pPr algn="r" defTabSz="456806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‹N°›</a:t>
            </a:fld>
            <a:endParaRPr lang="fr-FR" sz="120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88915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804D0232-9A5E-4F04-A006-0432C1FB52BD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1" y="2"/>
            <a:ext cx="2889247" cy="4968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366" tIns="45687" rIns="91366" bIns="45687" anchor="t" anchorCtr="0" compatLnSpc="1">
            <a:noAutofit/>
          </a:bodyPr>
          <a:lstStyle>
            <a:lvl1pPr marL="0" marR="0" lvl="0" indent="0" algn="l" defTabSz="456806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4D16607-3DAE-4BFC-B336-3C77914A0FF8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778256" y="2"/>
            <a:ext cx="2889247" cy="4968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366" tIns="45687" rIns="91366" bIns="45687" anchor="t" anchorCtr="0" compatLnSpc="1">
            <a:noAutofit/>
          </a:bodyPr>
          <a:lstStyle>
            <a:lvl1pPr marL="0" marR="0" lvl="0" indent="0" algn="r" defTabSz="456806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C0AF4DC7-54BC-4A66-92DF-93B0B4045718}" type="datetime1">
              <a:rPr lang="fr-FR"/>
              <a:pPr lvl="0"/>
              <a:t>20/09/2023</a:t>
            </a:fld>
            <a:endParaRPr lang="fr-FR"/>
          </a:p>
        </p:txBody>
      </p:sp>
      <p:sp>
        <p:nvSpPr>
          <p:cNvPr id="4" name="Espace réservé de l'image des diapositives 3">
            <a:extLst>
              <a:ext uri="{FF2B5EF4-FFF2-40B4-BE49-F238E27FC236}">
                <a16:creationId xmlns:a16="http://schemas.microsoft.com/office/drawing/2014/main" id="{FF21A8B2-324A-4FC3-8274-BDEEA8A2EA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0113" y="1243013"/>
            <a:ext cx="2328862" cy="3346450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Espace réservé des notes 4">
            <a:extLst>
              <a:ext uri="{FF2B5EF4-FFF2-40B4-BE49-F238E27FC236}">
                <a16:creationId xmlns:a16="http://schemas.microsoft.com/office/drawing/2014/main" id="{3917BEAD-25FD-4522-9B27-1F533288A03F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66754" y="4776794"/>
            <a:ext cx="5335591" cy="3908424"/>
          </a:xfrm>
          <a:prstGeom prst="rect">
            <a:avLst/>
          </a:prstGeom>
          <a:noFill/>
          <a:ln>
            <a:noFill/>
          </a:ln>
        </p:spPr>
        <p:txBody>
          <a:bodyPr vert="horz" wrap="square" lIns="91366" tIns="45687" rIns="91366" bIns="45687" anchor="t" anchorCtr="0" compatLnSpc="1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1D5944A-73CE-4888-9F56-56FDF1A2F980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1" y="9429751"/>
            <a:ext cx="2889247" cy="4968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366" tIns="45687" rIns="91366" bIns="45687" anchor="b" anchorCtr="0" compatLnSpc="1">
            <a:noAutofit/>
          </a:bodyPr>
          <a:lstStyle>
            <a:lvl1pPr marL="0" marR="0" lvl="0" indent="0" algn="l" defTabSz="456806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19272AC-607E-4586-B5A7-E6DBF8A90B4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778256" y="9429751"/>
            <a:ext cx="2889247" cy="4968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366" tIns="45687" rIns="91366" bIns="45687" anchor="b" anchorCtr="0" compatLnSpc="1">
            <a:noAutofit/>
          </a:bodyPr>
          <a:lstStyle>
            <a:lvl1pPr marL="0" marR="0" lvl="0" indent="0" algn="r" defTabSz="456806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466B700E-F3B6-440D-92C7-FC7432D0F732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356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55843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55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77921" marR="0" lvl="1" indent="0" algn="l" defTabSz="955843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55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55843" marR="0" lvl="2" indent="0" algn="l" defTabSz="955843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55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433766" marR="0" lvl="3" indent="0" algn="l" defTabSz="955843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55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911687" marR="0" lvl="4" indent="0" algn="l" defTabSz="955843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55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390470" algn="l" defTabSz="956188" rtl="0" eaLnBrk="1" latinLnBrk="0" hangingPunct="1">
      <a:defRPr sz="1255" kern="1200">
        <a:solidFill>
          <a:schemeClr val="tx1"/>
        </a:solidFill>
        <a:latin typeface="+mn-lt"/>
        <a:ea typeface="+mn-ea"/>
        <a:cs typeface="+mn-cs"/>
      </a:defRPr>
    </a:lvl6pPr>
    <a:lvl7pPr marL="2868564" algn="l" defTabSz="956188" rtl="0" eaLnBrk="1" latinLnBrk="0" hangingPunct="1">
      <a:defRPr sz="1255" kern="1200">
        <a:solidFill>
          <a:schemeClr val="tx1"/>
        </a:solidFill>
        <a:latin typeface="+mn-lt"/>
        <a:ea typeface="+mn-ea"/>
        <a:cs typeface="+mn-cs"/>
      </a:defRPr>
    </a:lvl7pPr>
    <a:lvl8pPr marL="3346658" algn="l" defTabSz="956188" rtl="0" eaLnBrk="1" latinLnBrk="0" hangingPunct="1">
      <a:defRPr sz="1255" kern="1200">
        <a:solidFill>
          <a:schemeClr val="tx1"/>
        </a:solidFill>
        <a:latin typeface="+mn-lt"/>
        <a:ea typeface="+mn-ea"/>
        <a:cs typeface="+mn-cs"/>
      </a:defRPr>
    </a:lvl8pPr>
    <a:lvl9pPr marL="3824752" algn="l" defTabSz="956188" rtl="0" eaLnBrk="1" latinLnBrk="0" hangingPunct="1">
      <a:defRPr sz="125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fiche A3 - A4 - A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7E60EAF-EAA6-4CA0-B713-27C12933E8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1" t="11531" r="5776"/>
          <a:stretch/>
        </p:blipFill>
        <p:spPr>
          <a:xfrm>
            <a:off x="0" y="1"/>
            <a:ext cx="7199313" cy="103314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BAD10A0-2EA6-4F18-B2DD-0E53154B5FD0}"/>
              </a:ext>
            </a:extLst>
          </p:cNvPr>
          <p:cNvSpPr/>
          <p:nvPr userDrawn="1"/>
        </p:nvSpPr>
        <p:spPr>
          <a:xfrm>
            <a:off x="0" y="8999132"/>
            <a:ext cx="7199313" cy="1332318"/>
          </a:xfrm>
          <a:prstGeom prst="rect">
            <a:avLst/>
          </a:prstGeom>
          <a:gradFill flip="none" rotWithShape="1">
            <a:gsLst>
              <a:gs pos="96000">
                <a:srgbClr val="FB9DA5">
                  <a:alpha val="1000"/>
                </a:srgbClr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EE747ABC-7743-42BB-BBAC-62014FEE219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394" y="9562724"/>
            <a:ext cx="3154847" cy="684427"/>
          </a:xfrm>
          <a:prstGeom prst="rect">
            <a:avLst/>
          </a:prstGeom>
          <a:noFill/>
        </p:spPr>
        <p:txBody>
          <a:bodyPr/>
          <a:lstStyle>
            <a:lvl1pPr algn="l">
              <a:defRPr sz="1400">
                <a:solidFill>
                  <a:srgbClr val="472053"/>
                </a:solidFill>
                <a:latin typeface="+mj-lt"/>
              </a:defRPr>
            </a:lvl1pPr>
          </a:lstStyle>
          <a:p>
            <a:pPr lvl="0"/>
            <a:r>
              <a:rPr lang="fr-FR"/>
              <a:t>Contact et Coordonnées :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6FC23B00-5F43-4849-9A63-D664BD9E58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94" y="614905"/>
            <a:ext cx="7276880" cy="8182203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1B7584E6-AE28-4674-8C4D-8BCB009D766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3095" y="6692141"/>
            <a:ext cx="50803" cy="168284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36CDA329-C8CD-46B6-9BA4-BA13657ECA6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562" y="9566627"/>
            <a:ext cx="822989" cy="640574"/>
          </a:xfrm>
          <a:prstGeom prst="rect">
            <a:avLst/>
          </a:prstGeom>
        </p:spPr>
      </p:pic>
      <p:pic>
        <p:nvPicPr>
          <p:cNvPr id="28" name="Image 27" descr="Une image contenant carré&#10;&#10;Description générée automatiquement">
            <a:extLst>
              <a:ext uri="{FF2B5EF4-FFF2-40B4-BE49-F238E27FC236}">
                <a16:creationId xmlns:a16="http://schemas.microsoft.com/office/drawing/2014/main" id="{E3FCCAA9-FF41-453F-BADE-F103BB64E8C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542678" y="6018698"/>
            <a:ext cx="3656533" cy="1683454"/>
          </a:xfrm>
          <a:prstGeom prst="rect">
            <a:avLst/>
          </a:prstGeom>
        </p:spPr>
      </p:pic>
      <p:pic>
        <p:nvPicPr>
          <p:cNvPr id="41" name="Image 40">
            <a:extLst>
              <a:ext uri="{FF2B5EF4-FFF2-40B4-BE49-F238E27FC236}">
                <a16:creationId xmlns:a16="http://schemas.microsoft.com/office/drawing/2014/main" id="{67520E91-C0DC-4750-AF64-409DA4B3A21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5853" y="315217"/>
            <a:ext cx="1894477" cy="1588446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C4284780-82A8-AAA3-CB03-50DCB15147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/>
          <a:srcRect l="9620" t="23266" r="10738" b="18568"/>
          <a:stretch/>
        </p:blipFill>
        <p:spPr>
          <a:xfrm>
            <a:off x="4909543" y="9411674"/>
            <a:ext cx="1089257" cy="79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7774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ffiche A3 - A4 - A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extérieur, terrain, arbre, herbe&#10;&#10;Description générée automatiquement">
            <a:extLst>
              <a:ext uri="{FF2B5EF4-FFF2-40B4-BE49-F238E27FC236}">
                <a16:creationId xmlns:a16="http://schemas.microsoft.com/office/drawing/2014/main" id="{15684A99-C534-4832-8CD7-4F7108D66C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5"/>
          <a:stretch/>
        </p:blipFill>
        <p:spPr>
          <a:xfrm>
            <a:off x="-2841" y="-4601"/>
            <a:ext cx="7202154" cy="1033605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BAD10A0-2EA6-4F18-B2DD-0E53154B5FD0}"/>
              </a:ext>
            </a:extLst>
          </p:cNvPr>
          <p:cNvSpPr/>
          <p:nvPr userDrawn="1"/>
        </p:nvSpPr>
        <p:spPr>
          <a:xfrm>
            <a:off x="0" y="8999132"/>
            <a:ext cx="7199313" cy="1332318"/>
          </a:xfrm>
          <a:prstGeom prst="rect">
            <a:avLst/>
          </a:prstGeom>
          <a:gradFill flip="none" rotWithShape="1">
            <a:gsLst>
              <a:gs pos="100000">
                <a:schemeClr val="accent6">
                  <a:lumMod val="20000"/>
                  <a:lumOff val="80000"/>
                  <a:alpha val="0"/>
                </a:schemeClr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EE747ABC-7743-42BB-BBAC-62014FEE219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394" y="9562724"/>
            <a:ext cx="3154847" cy="684427"/>
          </a:xfrm>
          <a:prstGeom prst="rect">
            <a:avLst/>
          </a:prstGeom>
          <a:noFill/>
        </p:spPr>
        <p:txBody>
          <a:bodyPr/>
          <a:lstStyle>
            <a:lvl1pPr algn="l">
              <a:defRPr sz="1400">
                <a:solidFill>
                  <a:srgbClr val="472053"/>
                </a:solidFill>
                <a:latin typeface="+mj-lt"/>
              </a:defRPr>
            </a:lvl1pPr>
          </a:lstStyle>
          <a:p>
            <a:pPr lvl="0"/>
            <a:r>
              <a:rPr lang="fr-FR"/>
              <a:t>Contact et Coordonnées :</a:t>
            </a: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1B7584E6-AE28-4674-8C4D-8BCB009D766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3095" y="6333788"/>
            <a:ext cx="50803" cy="168284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36CDA329-C8CD-46B6-9BA4-BA13657ECA6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562" y="9566627"/>
            <a:ext cx="822989" cy="640574"/>
          </a:xfrm>
          <a:prstGeom prst="rect">
            <a:avLst/>
          </a:prstGeom>
        </p:spPr>
      </p:pic>
      <p:pic>
        <p:nvPicPr>
          <p:cNvPr id="28" name="Image 27" descr="Une image contenant carré&#10;&#10;Description générée automatiquement">
            <a:extLst>
              <a:ext uri="{FF2B5EF4-FFF2-40B4-BE49-F238E27FC236}">
                <a16:creationId xmlns:a16="http://schemas.microsoft.com/office/drawing/2014/main" id="{E3FCCAA9-FF41-453F-BADE-F103BB64E8C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78" y="5403006"/>
            <a:ext cx="3586011" cy="1650986"/>
          </a:xfrm>
          <a:prstGeom prst="rect">
            <a:avLst/>
          </a:prstGeom>
        </p:spPr>
      </p:pic>
      <p:pic>
        <p:nvPicPr>
          <p:cNvPr id="41" name="Image 40">
            <a:extLst>
              <a:ext uri="{FF2B5EF4-FFF2-40B4-BE49-F238E27FC236}">
                <a16:creationId xmlns:a16="http://schemas.microsoft.com/office/drawing/2014/main" id="{67520E91-C0DC-4750-AF64-409DA4B3A21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5853" y="315217"/>
            <a:ext cx="1894477" cy="1588446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9B2EDF69-FECB-3020-78D8-73AC297009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l="9620" t="23266" r="10738" b="18568"/>
          <a:stretch/>
        </p:blipFill>
        <p:spPr>
          <a:xfrm>
            <a:off x="4909543" y="9411674"/>
            <a:ext cx="1089257" cy="79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82957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ffiche A3 - A4 - A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E9144E4-E42F-42AA-A497-84D5199E3122}"/>
              </a:ext>
            </a:extLst>
          </p:cNvPr>
          <p:cNvSpPr/>
          <p:nvPr userDrawn="1"/>
        </p:nvSpPr>
        <p:spPr>
          <a:xfrm>
            <a:off x="0" y="0"/>
            <a:ext cx="7199313" cy="10331450"/>
          </a:xfrm>
          <a:prstGeom prst="rect">
            <a:avLst/>
          </a:prstGeom>
          <a:solidFill>
            <a:srgbClr val="95CF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D6846-302D-4C1D-9A5C-4E0FA2E095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" y="483886"/>
            <a:ext cx="6100638" cy="915013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CBFBA3D-E8DC-451F-B654-F800C6473CC7}"/>
              </a:ext>
            </a:extLst>
          </p:cNvPr>
          <p:cNvSpPr/>
          <p:nvPr userDrawn="1"/>
        </p:nvSpPr>
        <p:spPr>
          <a:xfrm>
            <a:off x="0" y="8999132"/>
            <a:ext cx="7199313" cy="1332318"/>
          </a:xfrm>
          <a:prstGeom prst="rect">
            <a:avLst/>
          </a:prstGeom>
          <a:gradFill flip="none" rotWithShape="1">
            <a:gsLst>
              <a:gs pos="88000">
                <a:srgbClr val="95CFE3"/>
              </a:gs>
              <a:gs pos="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6CDA329-C8CD-46B6-9BA4-BA13657ECA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850" y="9697431"/>
            <a:ext cx="681657" cy="530568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1B7584E6-AE28-4674-8C4D-8BCB009D766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3095" y="6333788"/>
            <a:ext cx="50803" cy="168284"/>
          </a:xfrm>
          <a:prstGeom prst="rect">
            <a:avLst/>
          </a:prstGeom>
        </p:spPr>
      </p:pic>
      <p:pic>
        <p:nvPicPr>
          <p:cNvPr id="15" name="Image 14" descr="Une image contenant texte, graphiques vectoriels&#10;&#10;Description générée automatiquement">
            <a:extLst>
              <a:ext uri="{FF2B5EF4-FFF2-40B4-BE49-F238E27FC236}">
                <a16:creationId xmlns:a16="http://schemas.microsoft.com/office/drawing/2014/main" id="{52ABD1A6-5DE8-416E-87E3-90F89EAFDC7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39" y="1428327"/>
            <a:ext cx="4166585" cy="4310771"/>
          </a:xfrm>
          <a:prstGeom prst="rect">
            <a:avLst/>
          </a:prstGeom>
        </p:spPr>
      </p:pic>
      <p:pic>
        <p:nvPicPr>
          <p:cNvPr id="24" name="Image 23" descr="Une image contenant carré&#10;&#10;Description générée automatiquement">
            <a:extLst>
              <a:ext uri="{FF2B5EF4-FFF2-40B4-BE49-F238E27FC236}">
                <a16:creationId xmlns:a16="http://schemas.microsoft.com/office/drawing/2014/main" id="{38806200-DB92-4C0C-94A7-532CB0F3FE7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78" y="5403005"/>
            <a:ext cx="4091895" cy="1883893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7747672F-21D9-4CB3-9988-1AB60D26F58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773" y="212459"/>
            <a:ext cx="1655644" cy="1388194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BE724259-68DE-6260-DCC8-1BAC4CDE7B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/>
          <a:srcRect l="9620" t="23266" r="10738" b="18568"/>
          <a:stretch/>
        </p:blipFill>
        <p:spPr>
          <a:xfrm>
            <a:off x="4909543" y="9411674"/>
            <a:ext cx="1089257" cy="79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8460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ffiche A3 - A4 - A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herbe, arbre, extérieur, personne&#10;&#10;Description générée automatiquement">
            <a:extLst>
              <a:ext uri="{FF2B5EF4-FFF2-40B4-BE49-F238E27FC236}">
                <a16:creationId xmlns:a16="http://schemas.microsoft.com/office/drawing/2014/main" id="{FF6B55AD-4209-438D-88DB-2DA5112C31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4171" y="-400051"/>
            <a:ext cx="7373484" cy="10837587"/>
          </a:xfrm>
          <a:prstGeom prst="rect">
            <a:avLst/>
          </a:prstGeom>
        </p:spPr>
      </p:pic>
      <p:pic>
        <p:nvPicPr>
          <p:cNvPr id="14" name="Image 13" descr="Une image contenant texte&#10;&#10;Description générée automatiquement">
            <a:extLst>
              <a:ext uri="{FF2B5EF4-FFF2-40B4-BE49-F238E27FC236}">
                <a16:creationId xmlns:a16="http://schemas.microsoft.com/office/drawing/2014/main" id="{BA1A8933-24EA-40FF-893B-D7C0A2FB1B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055" y="3905250"/>
            <a:ext cx="2951245" cy="1638299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B6081572-CA3C-4E93-BFAC-EA3061430E9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34" y="406639"/>
            <a:ext cx="1655644" cy="138819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B90B54C-37C3-451F-9235-E89725CCA125}"/>
              </a:ext>
            </a:extLst>
          </p:cNvPr>
          <p:cNvSpPr/>
          <p:nvPr userDrawn="1"/>
        </p:nvSpPr>
        <p:spPr>
          <a:xfrm>
            <a:off x="-174173" y="9526374"/>
            <a:ext cx="7373485" cy="911162"/>
          </a:xfrm>
          <a:prstGeom prst="rect">
            <a:avLst/>
          </a:prstGeom>
          <a:gradFill>
            <a:gsLst>
              <a:gs pos="100000">
                <a:schemeClr val="accent6">
                  <a:lumMod val="20000"/>
                  <a:lumOff val="80000"/>
                  <a:alpha val="22000"/>
                </a:schemeClr>
              </a:gs>
              <a:gs pos="0">
                <a:schemeClr val="bg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6CDA329-C8CD-46B6-9BA4-BA13657ECA6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635" y="9662264"/>
            <a:ext cx="704741" cy="548536"/>
          </a:xfrm>
          <a:prstGeom prst="rect">
            <a:avLst/>
          </a:prstGeom>
        </p:spPr>
      </p:pic>
      <p:sp>
        <p:nvSpPr>
          <p:cNvPr id="6" name="Bulle rectangulaire à coins arrondis 5">
            <a:extLst>
              <a:ext uri="{FF2B5EF4-FFF2-40B4-BE49-F238E27FC236}">
                <a16:creationId xmlns:a16="http://schemas.microsoft.com/office/drawing/2014/main" id="{6BB64E7D-C8B7-FFDC-FC53-1E38FDC354B1}"/>
              </a:ext>
            </a:extLst>
          </p:cNvPr>
          <p:cNvSpPr/>
          <p:nvPr userDrawn="1"/>
        </p:nvSpPr>
        <p:spPr>
          <a:xfrm>
            <a:off x="296562" y="1988682"/>
            <a:ext cx="3941805" cy="1797563"/>
          </a:xfrm>
          <a:prstGeom prst="wedgeRoundRectCallout">
            <a:avLst>
              <a:gd name="adj1" fmla="val -12365"/>
              <a:gd name="adj2" fmla="val 111238"/>
              <a:gd name="adj3" fmla="val 16667"/>
            </a:avLst>
          </a:prstGeom>
          <a:solidFill>
            <a:srgbClr val="B0D1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415061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ffiche A3 - A4 - A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personne, assis, extérieur, foule&#10;&#10;Description générée automatiquement">
            <a:extLst>
              <a:ext uri="{FF2B5EF4-FFF2-40B4-BE49-F238E27FC236}">
                <a16:creationId xmlns:a16="http://schemas.microsoft.com/office/drawing/2014/main" id="{7D796A81-B0B9-4209-AF7B-99B1A93182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91" r="33788"/>
          <a:stretch/>
        </p:blipFill>
        <p:spPr>
          <a:xfrm>
            <a:off x="0" y="-30956"/>
            <a:ext cx="7199313" cy="1036240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DA1E8A9-6FB1-4A4E-931E-6EB9E60B0C19}"/>
              </a:ext>
            </a:extLst>
          </p:cNvPr>
          <p:cNvSpPr/>
          <p:nvPr userDrawn="1"/>
        </p:nvSpPr>
        <p:spPr>
          <a:xfrm>
            <a:off x="0" y="9511121"/>
            <a:ext cx="7199312" cy="841890"/>
          </a:xfrm>
          <a:prstGeom prst="rect">
            <a:avLst/>
          </a:prstGeom>
          <a:gradFill>
            <a:gsLst>
              <a:gs pos="100000">
                <a:schemeClr val="accent6">
                  <a:lumMod val="20000"/>
                  <a:lumOff val="80000"/>
                  <a:alpha val="0"/>
                </a:schemeClr>
              </a:gs>
              <a:gs pos="0">
                <a:schemeClr val="bg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6CDA329-C8CD-46B6-9BA4-BA13657ECA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080" y="9632158"/>
            <a:ext cx="700917" cy="545559"/>
          </a:xfrm>
          <a:prstGeom prst="rect">
            <a:avLst/>
          </a:prstGeom>
        </p:spPr>
      </p:pic>
      <p:pic>
        <p:nvPicPr>
          <p:cNvPr id="16" name="Image 15" descr="Une image contenant carré&#10;&#10;Description générée automatiquement">
            <a:extLst>
              <a:ext uri="{FF2B5EF4-FFF2-40B4-BE49-F238E27FC236}">
                <a16:creationId xmlns:a16="http://schemas.microsoft.com/office/drawing/2014/main" id="{FBC4AB73-4A11-4C85-9741-105D30A0468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78" y="5403005"/>
            <a:ext cx="4091895" cy="1883893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6591E666-D497-489A-A0F4-3090FFA94AD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33" y="256058"/>
            <a:ext cx="1655644" cy="1388194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718AFCF1-4ED9-51F6-114D-5B18B7D0C1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9620" t="23266" r="10738" b="18568"/>
          <a:stretch/>
        </p:blipFill>
        <p:spPr>
          <a:xfrm>
            <a:off x="4909543" y="9411674"/>
            <a:ext cx="1089257" cy="79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46031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3162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29" r:id="rId2"/>
    <p:sldLayoutId id="2147483726" r:id="rId3"/>
    <p:sldLayoutId id="2147483725" r:id="rId4"/>
    <p:sldLayoutId id="2147483727" r:id="rId5"/>
  </p:sldLayoutIdLst>
  <p:txStyles>
    <p:titleStyle>
      <a:lvl1pPr marL="0" marR="0" lvl="0" indent="0" algn="l" defTabSz="457181" rtl="0" eaLnBrk="1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fr-FR" sz="4400" b="0" i="0" u="none" strike="noStrike" kern="1200" cap="all" spc="0" baseline="0">
          <a:solidFill>
            <a:srgbClr val="FFFFFE"/>
          </a:solidFill>
          <a:uFillTx/>
          <a:latin typeface="Impact"/>
          <a:cs typeface="Impact"/>
        </a:defRPr>
      </a:lvl1pPr>
    </p:titleStyle>
    <p:bodyStyle>
      <a:lvl1pPr marL="0" marR="0" lvl="0" indent="0" algn="l" defTabSz="457181" rtl="0" eaLnBrk="1" fontAlgn="auto" hangingPunct="1">
        <a:lnSpc>
          <a:spcPct val="100000"/>
        </a:lnSpc>
        <a:spcBef>
          <a:spcPts val="200"/>
        </a:spcBef>
        <a:spcAft>
          <a:spcPts val="0"/>
        </a:spcAft>
        <a:buNone/>
        <a:tabLst/>
        <a:defRPr lang="fr-FR" sz="900" b="0" i="0" u="none" strike="noStrike" kern="1200" cap="none" spc="0" baseline="0">
          <a:solidFill>
            <a:srgbClr val="000000"/>
          </a:solidFill>
          <a:uFillTx/>
          <a:latin typeface="Arial"/>
          <a:cs typeface="Arial"/>
        </a:defRPr>
      </a:lvl1pPr>
      <a:lvl2pPr marL="457181" marR="0" lvl="1" indent="0" algn="l" defTabSz="457181" rtl="0" eaLnBrk="1" fontAlgn="auto" hangingPunct="1">
        <a:lnSpc>
          <a:spcPct val="100000"/>
        </a:lnSpc>
        <a:spcBef>
          <a:spcPts val="200"/>
        </a:spcBef>
        <a:spcAft>
          <a:spcPts val="0"/>
        </a:spcAft>
        <a:buNone/>
        <a:tabLst/>
        <a:defRPr lang="fr-FR" sz="900" b="0" i="0" u="none" strike="noStrike" kern="1200" cap="none" spc="0" baseline="0">
          <a:solidFill>
            <a:srgbClr val="000000"/>
          </a:solidFill>
          <a:uFillTx/>
          <a:latin typeface="Verdana" pitchFamily="34"/>
          <a:ea typeface="Verdana" pitchFamily="34"/>
          <a:cs typeface="Verdana" pitchFamily="34"/>
        </a:defRPr>
      </a:lvl2pPr>
      <a:lvl3pPr marL="899970" marR="0" lvl="2" indent="0" algn="l" defTabSz="457181" rtl="0" eaLnBrk="1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fr-FR" sz="900" b="0" i="0" u="none" strike="noStrike" kern="1200" cap="none" spc="0" baseline="0">
          <a:solidFill>
            <a:srgbClr val="000000"/>
          </a:solidFill>
          <a:uFillTx/>
          <a:latin typeface="Verdana" pitchFamily="34"/>
          <a:ea typeface="Verdana" pitchFamily="34"/>
          <a:cs typeface="Verdana" pitchFamily="34"/>
        </a:defRPr>
      </a:lvl3pPr>
      <a:lvl4pPr marL="1600145" marR="0" lvl="3" indent="-228590" algn="l" defTabSz="457181" rtl="0" eaLnBrk="1" fontAlgn="auto" hangingPunct="1">
        <a:lnSpc>
          <a:spcPct val="100000"/>
        </a:lnSpc>
        <a:spcBef>
          <a:spcPts val="200"/>
        </a:spcBef>
        <a:spcAft>
          <a:spcPts val="0"/>
        </a:spcAft>
        <a:buSzPct val="100000"/>
        <a:buFont typeface="Arial"/>
        <a:buChar char="–"/>
        <a:tabLst/>
        <a:defRPr lang="fr-FR" sz="900" b="0" i="0" u="none" strike="noStrike" kern="1200" cap="none" spc="0" baseline="0">
          <a:solidFill>
            <a:srgbClr val="000000"/>
          </a:solidFill>
          <a:uFillTx/>
          <a:latin typeface="Verdana" pitchFamily="34"/>
          <a:ea typeface="Verdana" pitchFamily="34"/>
          <a:cs typeface="Verdana" pitchFamily="34"/>
        </a:defRPr>
      </a:lvl4pPr>
      <a:lvl5pPr marL="2057326" marR="0" lvl="4" indent="-228590" algn="l" defTabSz="457181" rtl="0" eaLnBrk="1" fontAlgn="auto" hangingPunct="1">
        <a:lnSpc>
          <a:spcPct val="100000"/>
        </a:lnSpc>
        <a:spcBef>
          <a:spcPts val="200"/>
        </a:spcBef>
        <a:spcAft>
          <a:spcPts val="0"/>
        </a:spcAft>
        <a:buSzPct val="100000"/>
        <a:buFont typeface="Arial"/>
        <a:buChar char="»"/>
        <a:tabLst/>
        <a:defRPr lang="fr-FR" sz="900" b="0" i="0" u="none" strike="noStrike" kern="1200" cap="none" spc="0" baseline="0">
          <a:solidFill>
            <a:srgbClr val="000000"/>
          </a:solidFill>
          <a:uFillTx/>
          <a:latin typeface="Verdana" pitchFamily="34"/>
          <a:ea typeface="Verdana" pitchFamily="34"/>
          <a:cs typeface="Verdana" pitchFamily="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mailto:bafa-sudouest@dso.ifac.asso.fr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386CD71-E5B8-AB48-FE08-676A6CA9D9FC}"/>
              </a:ext>
            </a:extLst>
          </p:cNvPr>
          <p:cNvSpPr txBox="1">
            <a:spLocks/>
          </p:cNvSpPr>
          <p:nvPr/>
        </p:nvSpPr>
        <p:spPr>
          <a:xfrm>
            <a:off x="247698" y="9647023"/>
            <a:ext cx="3154847" cy="684427"/>
          </a:xfrm>
          <a:prstGeom prst="rect">
            <a:avLst/>
          </a:prstGeom>
          <a:noFill/>
        </p:spPr>
        <p:txBody>
          <a:bodyPr/>
          <a:lstStyle>
            <a:lvl1pPr marL="0" marR="0" lvl="0" indent="0" algn="l" defTabSz="457181" rtl="0" fontAlgn="auto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fr-FR" sz="1400" b="0" i="0" u="none" strike="noStrike" kern="1200" cap="none" spc="0" baseline="0">
                <a:solidFill>
                  <a:srgbClr val="472053"/>
                </a:solidFill>
                <a:uFillTx/>
                <a:latin typeface="+mj-lt"/>
                <a:cs typeface="Arial"/>
              </a:defRPr>
            </a:lvl1pPr>
            <a:lvl2pPr marL="457181" marR="0" lvl="1" indent="0" algn="l" defTabSz="457181" rtl="0" fontAlgn="auto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tabLst/>
              <a:defRPr lang="fr-FR" sz="900" b="0" i="0" u="none" strike="noStrike" kern="1200" cap="none" spc="0" baseline="0">
                <a:solidFill>
                  <a:srgbClr val="000000"/>
                </a:solidFill>
                <a:uFillTx/>
                <a:latin typeface="Verdana" pitchFamily="34"/>
                <a:ea typeface="Verdana" pitchFamily="34"/>
                <a:cs typeface="Verdana" pitchFamily="34"/>
              </a:defRPr>
            </a:lvl2pPr>
            <a:lvl3pPr marL="899970" marR="0" lvl="2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900" b="0" i="0" u="none" strike="noStrike" kern="1200" cap="none" spc="0" baseline="0">
                <a:solidFill>
                  <a:srgbClr val="000000"/>
                </a:solidFill>
                <a:uFillTx/>
                <a:latin typeface="Verdana" pitchFamily="34"/>
                <a:ea typeface="Verdana" pitchFamily="34"/>
                <a:cs typeface="Verdana" pitchFamily="34"/>
              </a:defRPr>
            </a:lvl3pPr>
            <a:lvl4pPr marL="1600145" marR="0" lvl="3" indent="-228590" algn="l" defTabSz="457181" rtl="0" fontAlgn="auto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ct val="100000"/>
              <a:buFont typeface="Arial"/>
              <a:buChar char="–"/>
              <a:tabLst/>
              <a:defRPr lang="fr-FR" sz="900" b="0" i="0" u="none" strike="noStrike" kern="1200" cap="none" spc="0" baseline="0">
                <a:solidFill>
                  <a:srgbClr val="000000"/>
                </a:solidFill>
                <a:uFillTx/>
                <a:latin typeface="Verdana" pitchFamily="34"/>
                <a:ea typeface="Verdana" pitchFamily="34"/>
                <a:cs typeface="Verdana" pitchFamily="34"/>
              </a:defRPr>
            </a:lvl4pPr>
            <a:lvl5pPr marL="2057326" marR="0" lvl="4" indent="-228590" algn="l" defTabSz="457181" rtl="0" fontAlgn="auto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ct val="100000"/>
              <a:buFont typeface="Arial"/>
              <a:buChar char="»"/>
              <a:tabLst/>
              <a:defRPr lang="fr-FR" sz="900" b="0" i="0" u="none" strike="noStrike" kern="1200" cap="none" spc="0" baseline="0">
                <a:solidFill>
                  <a:srgbClr val="000000"/>
                </a:solidFill>
                <a:uFillTx/>
                <a:latin typeface="Verdana" pitchFamily="34"/>
                <a:ea typeface="Verdana" pitchFamily="34"/>
                <a:cs typeface="Verdana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Contact :  </a:t>
            </a:r>
            <a:r>
              <a:rPr lang="fr-FR" b="1" dirty="0">
                <a:latin typeface="Roboto" panose="02000000000000000000" pitchFamily="2" charset="0"/>
                <a:ea typeface="Roboto" panose="02000000000000000000" pitchFamily="2" charset="0"/>
              </a:rPr>
              <a:t>05 63 20 83 70</a:t>
            </a:r>
          </a:p>
          <a:p>
            <a:r>
              <a:rPr lang="fr-FR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bafa-sudouest@dso.ifac.asso.fr</a:t>
            </a:r>
            <a:r>
              <a:rPr lang="fr-FR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44B20A1-D302-2F9A-3761-692B1F92E015}"/>
              </a:ext>
            </a:extLst>
          </p:cNvPr>
          <p:cNvSpPr txBox="1"/>
          <p:nvPr/>
        </p:nvSpPr>
        <p:spPr>
          <a:xfrm>
            <a:off x="462413" y="2270041"/>
            <a:ext cx="37360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0000"/>
                </a:solidFill>
              </a:rPr>
              <a:t>Si tu as 16 ans ou plus et que tu souhaites obtenir le BAFA avec l'IFAC à Agen ou dans les environs, il te suffit de scanner le QR Code ou d'entrer le lien pour t'inscrire.".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0F008A1-7157-2894-765F-6FF8494F870C}"/>
              </a:ext>
            </a:extLst>
          </p:cNvPr>
          <p:cNvSpPr txBox="1"/>
          <p:nvPr/>
        </p:nvSpPr>
        <p:spPr>
          <a:xfrm>
            <a:off x="1062033" y="8773212"/>
            <a:ext cx="4946803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fr-FR" sz="1800" b="1" dirty="0">
                <a:solidFill>
                  <a:schemeClr val="bg1"/>
                </a:solidFill>
                <a:latin typeface="Cambria" panose="02040503050406030204" pitchFamily="18" charset="0"/>
              </a:rPr>
              <a:t>https://</a:t>
            </a:r>
            <a:r>
              <a:rPr lang="fr-FR" sz="1800" b="1" dirty="0" err="1">
                <a:solidFill>
                  <a:schemeClr val="bg1"/>
                </a:solidFill>
                <a:latin typeface="Cambria" panose="02040503050406030204" pitchFamily="18" charset="0"/>
              </a:rPr>
              <a:t>colibris.link</a:t>
            </a:r>
            <a:r>
              <a:rPr lang="fr-FR" sz="1800" b="1" dirty="0">
                <a:solidFill>
                  <a:schemeClr val="bg1"/>
                </a:solidFill>
                <a:latin typeface="Cambria" panose="02040503050406030204" pitchFamily="18" charset="0"/>
              </a:rPr>
              <a:t>/</a:t>
            </a:r>
            <a:r>
              <a:rPr lang="fr-FR" sz="1800" b="1" dirty="0" err="1">
                <a:solidFill>
                  <a:schemeClr val="bg1"/>
                </a:solidFill>
                <a:latin typeface="Cambria" panose="02040503050406030204" pitchFamily="18" charset="0"/>
              </a:rPr>
              <a:t>bafa-ifac-lot-et-garonne</a:t>
            </a:r>
            <a:endParaRPr lang="fr-FR" sz="1800" b="1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00E400D-2617-D1A0-22EC-EF9242B86C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7527" y="7141855"/>
            <a:ext cx="1441309" cy="144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87085"/>
      </p:ext>
    </p:extLst>
  </p:cSld>
  <p:clrMapOvr>
    <a:masterClrMapping/>
  </p:clrMapOvr>
</p:sld>
</file>

<file path=ppt/theme/theme1.xml><?xml version="1.0" encoding="utf-8"?>
<a:theme xmlns:a="http://schemas.openxmlformats.org/drawingml/2006/main" name="RECTO A3-A4-A5">
  <a:themeElements>
    <a:clrScheme name="IFAC">
      <a:dk1>
        <a:srgbClr val="0071B9"/>
      </a:dk1>
      <a:lt1>
        <a:srgbClr val="FFFFFF"/>
      </a:lt1>
      <a:dk2>
        <a:srgbClr val="0071B9"/>
      </a:dk2>
      <a:lt2>
        <a:srgbClr val="77C8D0"/>
      </a:lt2>
      <a:accent1>
        <a:srgbClr val="0071B9"/>
      </a:accent1>
      <a:accent2>
        <a:srgbClr val="EB5772"/>
      </a:accent2>
      <a:accent3>
        <a:srgbClr val="FFDC77"/>
      </a:accent3>
      <a:accent4>
        <a:srgbClr val="FFC000"/>
      </a:accent4>
      <a:accent5>
        <a:srgbClr val="77C8D0"/>
      </a:accent5>
      <a:accent6>
        <a:srgbClr val="BBCC00"/>
      </a:accent6>
      <a:hlink>
        <a:srgbClr val="EB5772"/>
      </a:hlink>
      <a:folHlink>
        <a:srgbClr val="FFFFFF"/>
      </a:folHlink>
    </a:clrScheme>
    <a:fontScheme name="Ifac">
      <a:majorFont>
        <a:latin typeface="Roboto Bk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6" id="{41B5DD11-A6E0-4247-9CFF-C34C6D450880}" vid="{7CC67B88-A115-EC46-A62B-5143D9E2C402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Tversion2apr_x00e8_scorrectifdeCl_x00e9_ment xmlns="3b1fd931-cf2a-475a-bdfb-f602322de30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32F4824F815F458295B46FF848E8B7" ma:contentTypeVersion="10" ma:contentTypeDescription="Crée un document." ma:contentTypeScope="" ma:versionID="8c1fbcbdec651a81f1833978a665285b">
  <xsd:schema xmlns:xsd="http://www.w3.org/2001/XMLSchema" xmlns:xs="http://www.w3.org/2001/XMLSchema" xmlns:p="http://schemas.microsoft.com/office/2006/metadata/properties" xmlns:ns2="3b1fd931-cf2a-475a-bdfb-f602322de300" xmlns:ns3="8fc08ae6-226b-4d01-80f4-c8b37c9215d1" targetNamespace="http://schemas.microsoft.com/office/2006/metadata/properties" ma:root="true" ma:fieldsID="106dcd827ad43accbdfd8192d619b242" ns2:_="" ns3:_="">
    <xsd:import namespace="3b1fd931-cf2a-475a-bdfb-f602322de300"/>
    <xsd:import namespace="8fc08ae6-226b-4d01-80f4-c8b37c9215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Tversion2apr_x00e8_scorrectifdeCl_x00e9_m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1fd931-cf2a-475a-bdfb-f602322de3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Tversion2apr_x00e8_scorrectifdeCl_x00e9_ment" ma:index="17" nillable="true" ma:displayName="infos" ma:format="Dropdown" ma:internalName="MTversion2apr_x00e8_scorrectifdeCl_x00e9_ment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c08ae6-226b-4d01-80f4-c8b37c9215d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255A9F-3F90-4087-8AF4-D3B7FB059AAB}">
  <ds:schemaRefs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elements/1.1/"/>
    <ds:schemaRef ds:uri="http://purl.org/dc/terms/"/>
    <ds:schemaRef ds:uri="8fc08ae6-226b-4d01-80f4-c8b37c9215d1"/>
    <ds:schemaRef ds:uri="3b1fd931-cf2a-475a-bdfb-f602322de300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EABB2E6-F0CC-4470-B0E8-FC678C375B4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B9CF7A-FB68-4E1D-B189-ED8CC2042AA1}">
  <ds:schemaRefs>
    <ds:schemaRef ds:uri="3b1fd931-cf2a-475a-bdfb-f602322de300"/>
    <ds:schemaRef ds:uri="8fc08ae6-226b-4d01-80f4-c8b37c9215d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RECTO A3-A4-A5</Template>
  <TotalTime>205</TotalTime>
  <Words>61</Words>
  <Application>Microsoft Macintosh PowerPoint</Application>
  <PresentationFormat>Personnalisé</PresentationFormat>
  <Paragraphs>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9" baseType="lpstr">
      <vt:lpstr>Arial</vt:lpstr>
      <vt:lpstr>Calibri</vt:lpstr>
      <vt:lpstr>Cambria</vt:lpstr>
      <vt:lpstr>Impact</vt:lpstr>
      <vt:lpstr>Roboto</vt:lpstr>
      <vt:lpstr>Roboto Bk</vt:lpstr>
      <vt:lpstr>Verdana</vt:lpstr>
      <vt:lpstr>RECTO A3-A4-A5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Mourad LAFKI</dc:creator>
  <cp:lastModifiedBy>Mourad LAFKI</cp:lastModifiedBy>
  <cp:revision>3</cp:revision>
  <cp:lastPrinted>2018-11-09T10:20:11Z</cp:lastPrinted>
  <dcterms:created xsi:type="dcterms:W3CDTF">2022-09-21T07:31:18Z</dcterms:created>
  <dcterms:modified xsi:type="dcterms:W3CDTF">2023-09-20T07:33:14Z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0x010100A032F4824F815F458295B46FF848E8B7</vt:lpwstr>
  </property>
  <property fmtid="{D5CDD505-2E9C-101B-9397-08002B2CF9AE}" pid="3" name="MSIP_Label_2ee8e3cf-8dfb-4dfd-8e16-2b819946f154_Enabled">
    <vt:lpwstr>true</vt:lpwstr>
  </property>
  <property fmtid="{D5CDD505-2E9C-101B-9397-08002B2CF9AE}" pid="4" name="MSIP_Label_2ee8e3cf-8dfb-4dfd-8e16-2b819946f154_SetDate">
    <vt:lpwstr>2022-09-19T12:50:22Z</vt:lpwstr>
  </property>
  <property fmtid="{D5CDD505-2E9C-101B-9397-08002B2CF9AE}" pid="5" name="MSIP_Label_2ee8e3cf-8dfb-4dfd-8e16-2b819946f154_Method">
    <vt:lpwstr>Standard</vt:lpwstr>
  </property>
  <property fmtid="{D5CDD505-2E9C-101B-9397-08002B2CF9AE}" pid="6" name="MSIP_Label_2ee8e3cf-8dfb-4dfd-8e16-2b819946f154_Name">
    <vt:lpwstr>Général</vt:lpwstr>
  </property>
  <property fmtid="{D5CDD505-2E9C-101B-9397-08002B2CF9AE}" pid="7" name="MSIP_Label_2ee8e3cf-8dfb-4dfd-8e16-2b819946f154_SiteId">
    <vt:lpwstr>d293741f-17da-41a1-b39e-7dfb20581fb2</vt:lpwstr>
  </property>
  <property fmtid="{D5CDD505-2E9C-101B-9397-08002B2CF9AE}" pid="8" name="MSIP_Label_2ee8e3cf-8dfb-4dfd-8e16-2b819946f154_ActionId">
    <vt:lpwstr>357c8e75-0021-4117-b516-84ea2504a815</vt:lpwstr>
  </property>
  <property fmtid="{D5CDD505-2E9C-101B-9397-08002B2CF9AE}" pid="9" name="MSIP_Label_2ee8e3cf-8dfb-4dfd-8e16-2b819946f154_ContentBits">
    <vt:lpwstr>0</vt:lpwstr>
  </property>
</Properties>
</file>