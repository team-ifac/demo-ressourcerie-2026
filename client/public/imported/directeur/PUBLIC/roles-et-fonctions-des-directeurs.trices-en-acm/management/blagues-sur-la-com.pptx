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6.xml" ContentType="application/vnd.openxmlformats-officedocument.theme+xml"/>
  <Override PartName="/ppt/slideLayouts/slideLayout9.xml" ContentType="application/vnd.openxmlformats-officedocument.presentationml.slideLayout+xml"/>
  <Override PartName="/ppt/theme/theme7.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8.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0.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1.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1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1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1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1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1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1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18.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4"/>
    <p:sldMasterId id="2147483791" r:id="rId5"/>
    <p:sldMasterId id="2147483795" r:id="rId6"/>
    <p:sldMasterId id="2147483676" r:id="rId7"/>
    <p:sldMasterId id="2147483672" r:id="rId8"/>
    <p:sldMasterId id="2147483784" r:id="rId9"/>
    <p:sldMasterId id="2147483786" r:id="rId10"/>
    <p:sldMasterId id="2147483788" r:id="rId11"/>
    <p:sldMasterId id="2147483660" r:id="rId12"/>
    <p:sldMasterId id="2147483679" r:id="rId13"/>
    <p:sldMasterId id="2147483692" r:id="rId14"/>
    <p:sldMasterId id="2147483705" r:id="rId15"/>
    <p:sldMasterId id="2147483752" r:id="rId16"/>
    <p:sldMasterId id="2147483760" r:id="rId17"/>
    <p:sldMasterId id="2147483768" r:id="rId18"/>
    <p:sldMasterId id="2147483776" r:id="rId19"/>
    <p:sldMasterId id="2147483798" r:id="rId20"/>
    <p:sldMasterId id="2147483811" r:id="rId21"/>
  </p:sldMasterIdLst>
  <p:sldIdLst>
    <p:sldId id="289" r:id="rId22"/>
    <p:sldId id="296" r:id="rId23"/>
    <p:sldId id="297" r:id="rId24"/>
    <p:sldId id="298" r:id="rId25"/>
    <p:sldId id="299" r:id="rId26"/>
    <p:sldId id="300" r:id="rId27"/>
    <p:sldId id="301" r:id="rId28"/>
    <p:sldId id="302" r:id="rId29"/>
    <p:sldId id="303" r:id="rId30"/>
  </p:sldIdLst>
  <p:sldSz cx="6858000" cy="9906000" type="A4"/>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FF9600"/>
    <a:srgbClr val="2EB5B2"/>
    <a:srgbClr val="AC6DA6"/>
    <a:srgbClr val="3BB6B4"/>
    <a:srgbClr val="0071B9"/>
    <a:srgbClr val="262D5F"/>
    <a:srgbClr val="1F3057"/>
    <a:srgbClr val="FFFFCC"/>
    <a:srgbClr val="005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DB24CC-130C-440A-91C1-1D95A59F4182}" v="4" dt="2021-04-21T14:56:40.596"/>
    <p1510:client id="{6ADD387C-478B-42D7-9903-CFA32D1BC6AE}" v="3" dt="2021-04-24T12:15:24.770"/>
    <p1510:client id="{87DAA1D2-12CB-E14D-86ED-26F05411A372}" v="25" dt="2021-04-16T17:34:04.9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20" autoAdjust="0"/>
    <p:restoredTop sz="96327" autoAdjust="0"/>
  </p:normalViewPr>
  <p:slideViewPr>
    <p:cSldViewPr snapToGrid="0">
      <p:cViewPr varScale="1">
        <p:scale>
          <a:sx n="108" d="100"/>
          <a:sy n="108" d="100"/>
        </p:scale>
        <p:origin x="4856" y="200"/>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5.xml"/><Relationship Id="rId3" Type="http://schemas.openxmlformats.org/officeDocument/2006/relationships/customXml" Target="../customXml/item3.xml"/><Relationship Id="rId21" Type="http://schemas.openxmlformats.org/officeDocument/2006/relationships/slideMaster" Target="slideMasters/slideMaster18.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4.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Master" Target="slideMasters/slideMaster17.xml"/><Relationship Id="rId29" Type="http://schemas.openxmlformats.org/officeDocument/2006/relationships/slide" Target="slides/slide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3.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2.xml"/><Relationship Id="rId28" Type="http://schemas.openxmlformats.org/officeDocument/2006/relationships/slide" Target="slides/slide7.xml"/><Relationship Id="rId36"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microsoft.com/office/2016/11/relationships/changesInfo" Target="changesInfos/changesInfo1.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LONGLADE" userId="S::jlonglade@ifac.email::56946c83-8893-402b-bed6-8c617a087973" providerId="AD" clId="Web-{6ADD387C-478B-42D7-9903-CFA32D1BC6AE}"/>
    <pc:docChg chg="modSld">
      <pc:chgData name="Jason LONGLADE" userId="S::jlonglade@ifac.email::56946c83-8893-402b-bed6-8c617a087973" providerId="AD" clId="Web-{6ADD387C-478B-42D7-9903-CFA32D1BC6AE}" dt="2021-04-24T12:15:22.926" v="1" actId="20577"/>
      <pc:docMkLst>
        <pc:docMk/>
      </pc:docMkLst>
      <pc:sldChg chg="modSp">
        <pc:chgData name="Jason LONGLADE" userId="S::jlonglade@ifac.email::56946c83-8893-402b-bed6-8c617a087973" providerId="AD" clId="Web-{6ADD387C-478B-42D7-9903-CFA32D1BC6AE}" dt="2021-04-24T12:15:22.926" v="1" actId="20577"/>
        <pc:sldMkLst>
          <pc:docMk/>
          <pc:sldMk cId="1001460325" sldId="301"/>
        </pc:sldMkLst>
        <pc:spChg chg="mod">
          <ac:chgData name="Jason LONGLADE" userId="S::jlonglade@ifac.email::56946c83-8893-402b-bed6-8c617a087973" providerId="AD" clId="Web-{6ADD387C-478B-42D7-9903-CFA32D1BC6AE}" dt="2021-04-24T12:15:22.926" v="1" actId="20577"/>
          <ac:spMkLst>
            <pc:docMk/>
            <pc:sldMk cId="1001460325" sldId="301"/>
            <ac:spMk id="4" creationId="{EB371B10-DCE6-C942-A9A1-E32D99A5EC32}"/>
          </ac:spMkLst>
        </pc:spChg>
      </pc:sldChg>
    </pc:docChg>
  </pc:docChgLst>
  <pc:docChgLst>
    <pc:chgData name="Jason LONGLADE" userId="S::jlonglade@ifac.email::56946c83-8893-402b-bed6-8c617a087973" providerId="AD" clId="Web-{53DB24CC-130C-440A-91C1-1D95A59F4182}"/>
    <pc:docChg chg="modSld">
      <pc:chgData name="Jason LONGLADE" userId="S::jlonglade@ifac.email::56946c83-8893-402b-bed6-8c617a087973" providerId="AD" clId="Web-{53DB24CC-130C-440A-91C1-1D95A59F4182}" dt="2021-04-21T14:56:38.878" v="0" actId="20577"/>
      <pc:docMkLst>
        <pc:docMk/>
      </pc:docMkLst>
      <pc:sldChg chg="modSp">
        <pc:chgData name="Jason LONGLADE" userId="S::jlonglade@ifac.email::56946c83-8893-402b-bed6-8c617a087973" providerId="AD" clId="Web-{53DB24CC-130C-440A-91C1-1D95A59F4182}" dt="2021-04-21T14:56:38.878" v="0" actId="20577"/>
        <pc:sldMkLst>
          <pc:docMk/>
          <pc:sldMk cId="4081817680" sldId="296"/>
        </pc:sldMkLst>
        <pc:spChg chg="mod">
          <ac:chgData name="Jason LONGLADE" userId="S::jlonglade@ifac.email::56946c83-8893-402b-bed6-8c617a087973" providerId="AD" clId="Web-{53DB24CC-130C-440A-91C1-1D95A59F4182}" dt="2021-04-21T14:56:38.878" v="0" actId="20577"/>
          <ac:spMkLst>
            <pc:docMk/>
            <pc:sldMk cId="4081817680" sldId="296"/>
            <ac:spMk id="3" creationId="{5165B66B-5FC2-1440-A814-AC1F09DB645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9915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98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520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117763-1D01-4B5B-B4F0-B78E631D1CF1}"/>
              </a:ext>
            </a:extLst>
          </p:cNvPr>
          <p:cNvSpPr/>
          <p:nvPr userDrawn="1"/>
        </p:nvSpPr>
        <p:spPr>
          <a:xfrm>
            <a:off x="-7554" y="0"/>
            <a:ext cx="4114800" cy="66187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Фигура">
            <a:extLst>
              <a:ext uri="{FF2B5EF4-FFF2-40B4-BE49-F238E27FC236}">
                <a16:creationId xmlns:a16="http://schemas.microsoft.com/office/drawing/2014/main" id="{79F6EBF5-927D-4322-9CAA-4DA1BF8A121B}"/>
              </a:ext>
            </a:extLst>
          </p:cNvPr>
          <p:cNvSpPr/>
          <p:nvPr userDrawn="1"/>
        </p:nvSpPr>
        <p:spPr>
          <a:xfrm>
            <a:off x="4006810" y="4490721"/>
            <a:ext cx="1504218" cy="3324233"/>
          </a:xfrm>
          <a:custGeom>
            <a:avLst/>
            <a:gdLst/>
            <a:ahLst/>
            <a:cxnLst>
              <a:cxn ang="0">
                <a:pos x="wd2" y="hd2"/>
              </a:cxn>
              <a:cxn ang="5400000">
                <a:pos x="wd2" y="hd2"/>
              </a:cxn>
              <a:cxn ang="10800000">
                <a:pos x="wd2" y="hd2"/>
              </a:cxn>
              <a:cxn ang="16200000">
                <a:pos x="wd2" y="hd2"/>
              </a:cxn>
            </a:cxnLst>
            <a:rect l="0" t="0" r="r" b="b"/>
            <a:pathLst>
              <a:path w="21458" h="21310" extrusionOk="0">
                <a:moveTo>
                  <a:pt x="12343" y="2"/>
                </a:moveTo>
                <a:cubicBezTo>
                  <a:pt x="11047" y="24"/>
                  <a:pt x="9771" y="224"/>
                  <a:pt x="8527" y="549"/>
                </a:cubicBezTo>
                <a:cubicBezTo>
                  <a:pt x="6016" y="1205"/>
                  <a:pt x="3492" y="2426"/>
                  <a:pt x="1906" y="4951"/>
                </a:cubicBezTo>
                <a:cubicBezTo>
                  <a:pt x="1225" y="6034"/>
                  <a:pt x="798" y="7281"/>
                  <a:pt x="479" y="8536"/>
                </a:cubicBezTo>
                <a:cubicBezTo>
                  <a:pt x="138" y="9876"/>
                  <a:pt x="-90" y="11272"/>
                  <a:pt x="34" y="12693"/>
                </a:cubicBezTo>
                <a:cubicBezTo>
                  <a:pt x="367" y="16526"/>
                  <a:pt x="2993" y="19443"/>
                  <a:pt x="6218" y="20630"/>
                </a:cubicBezTo>
                <a:cubicBezTo>
                  <a:pt x="8805" y="21582"/>
                  <a:pt x="11512" y="21440"/>
                  <a:pt x="14060" y="20780"/>
                </a:cubicBezTo>
                <a:cubicBezTo>
                  <a:pt x="15287" y="20462"/>
                  <a:pt x="16524" y="19995"/>
                  <a:pt x="17649" y="19372"/>
                </a:cubicBezTo>
                <a:cubicBezTo>
                  <a:pt x="18773" y="18751"/>
                  <a:pt x="19807" y="17955"/>
                  <a:pt x="20514" y="16705"/>
                </a:cubicBezTo>
                <a:cubicBezTo>
                  <a:pt x="21345" y="15235"/>
                  <a:pt x="21510" y="13498"/>
                  <a:pt x="21444" y="11810"/>
                </a:cubicBezTo>
                <a:cubicBezTo>
                  <a:pt x="21381" y="10170"/>
                  <a:pt x="21106" y="8469"/>
                  <a:pt x="20355" y="6979"/>
                </a:cubicBezTo>
                <a:cubicBezTo>
                  <a:pt x="19731" y="5742"/>
                  <a:pt x="18810" y="4741"/>
                  <a:pt x="17703" y="4097"/>
                </a:cubicBezTo>
                <a:lnTo>
                  <a:pt x="17650" y="2941"/>
                </a:lnTo>
                <a:cubicBezTo>
                  <a:pt x="17647" y="2573"/>
                  <a:pt x="17559" y="2212"/>
                  <a:pt x="17397" y="1895"/>
                </a:cubicBezTo>
                <a:cubicBezTo>
                  <a:pt x="17048" y="1211"/>
                  <a:pt x="16420" y="818"/>
                  <a:pt x="15771" y="554"/>
                </a:cubicBezTo>
                <a:cubicBezTo>
                  <a:pt x="14659" y="101"/>
                  <a:pt x="13490" y="-18"/>
                  <a:pt x="12343" y="2"/>
                </a:cubicBezTo>
                <a:close/>
                <a:moveTo>
                  <a:pt x="12769" y="1482"/>
                </a:moveTo>
                <a:cubicBezTo>
                  <a:pt x="13698" y="1461"/>
                  <a:pt x="14626" y="1624"/>
                  <a:pt x="15474" y="2065"/>
                </a:cubicBezTo>
                <a:cubicBezTo>
                  <a:pt x="15699" y="2181"/>
                  <a:pt x="15923" y="2325"/>
                  <a:pt x="16034" y="2577"/>
                </a:cubicBezTo>
                <a:cubicBezTo>
                  <a:pt x="16099" y="2724"/>
                  <a:pt x="16116" y="2892"/>
                  <a:pt x="16083" y="3052"/>
                </a:cubicBezTo>
                <a:cubicBezTo>
                  <a:pt x="15127" y="2558"/>
                  <a:pt x="14113" y="2228"/>
                  <a:pt x="13075" y="2071"/>
                </a:cubicBezTo>
                <a:cubicBezTo>
                  <a:pt x="11696" y="1862"/>
                  <a:pt x="10297" y="1962"/>
                  <a:pt x="8952" y="2364"/>
                </a:cubicBezTo>
                <a:cubicBezTo>
                  <a:pt x="9521" y="2136"/>
                  <a:pt x="10099" y="1946"/>
                  <a:pt x="10685" y="1796"/>
                </a:cubicBezTo>
                <a:cubicBezTo>
                  <a:pt x="11240" y="1654"/>
                  <a:pt x="11802" y="1546"/>
                  <a:pt x="12371" y="1502"/>
                </a:cubicBezTo>
                <a:cubicBezTo>
                  <a:pt x="12504" y="1492"/>
                  <a:pt x="12637" y="1485"/>
                  <a:pt x="12769" y="1482"/>
                </a:cubicBezTo>
                <a:close/>
                <a:moveTo>
                  <a:pt x="16326" y="2431"/>
                </a:moveTo>
                <a:cubicBezTo>
                  <a:pt x="16602" y="2592"/>
                  <a:pt x="16842" y="2827"/>
                  <a:pt x="17024" y="3116"/>
                </a:cubicBezTo>
                <a:cubicBezTo>
                  <a:pt x="17150" y="3316"/>
                  <a:pt x="17246" y="3538"/>
                  <a:pt x="17309" y="3774"/>
                </a:cubicBezTo>
                <a:lnTo>
                  <a:pt x="16458" y="3244"/>
                </a:lnTo>
                <a:cubicBezTo>
                  <a:pt x="16482" y="3114"/>
                  <a:pt x="16484" y="2981"/>
                  <a:pt x="16466" y="2851"/>
                </a:cubicBezTo>
                <a:cubicBezTo>
                  <a:pt x="16445" y="2701"/>
                  <a:pt x="16398" y="2558"/>
                  <a:pt x="16326" y="2431"/>
                </a:cubicBezTo>
                <a:close/>
                <a:moveTo>
                  <a:pt x="12274" y="4382"/>
                </a:moveTo>
                <a:cubicBezTo>
                  <a:pt x="13177" y="4383"/>
                  <a:pt x="14050" y="4486"/>
                  <a:pt x="14857" y="4687"/>
                </a:cubicBezTo>
                <a:cubicBezTo>
                  <a:pt x="16964" y="5210"/>
                  <a:pt x="18695" y="6479"/>
                  <a:pt x="19325" y="8892"/>
                </a:cubicBezTo>
                <a:cubicBezTo>
                  <a:pt x="19791" y="10675"/>
                  <a:pt x="19378" y="12415"/>
                  <a:pt x="18388" y="13831"/>
                </a:cubicBezTo>
                <a:cubicBezTo>
                  <a:pt x="17469" y="15145"/>
                  <a:pt x="16118" y="16239"/>
                  <a:pt x="14651" y="16875"/>
                </a:cubicBezTo>
                <a:cubicBezTo>
                  <a:pt x="8797" y="19415"/>
                  <a:pt x="1561" y="16203"/>
                  <a:pt x="1535" y="13184"/>
                </a:cubicBezTo>
                <a:cubicBezTo>
                  <a:pt x="1500" y="9306"/>
                  <a:pt x="4228" y="6557"/>
                  <a:pt x="7643" y="5248"/>
                </a:cubicBezTo>
                <a:cubicBezTo>
                  <a:pt x="9172" y="4662"/>
                  <a:pt x="10767" y="4380"/>
                  <a:pt x="12274" y="4382"/>
                </a:cubicBezTo>
                <a:close/>
                <a:moveTo>
                  <a:pt x="19586" y="7958"/>
                </a:moveTo>
                <a:cubicBezTo>
                  <a:pt x="20068" y="8880"/>
                  <a:pt x="20420" y="9944"/>
                  <a:pt x="20551" y="11001"/>
                </a:cubicBezTo>
                <a:cubicBezTo>
                  <a:pt x="20685" y="12087"/>
                  <a:pt x="20583" y="13184"/>
                  <a:pt x="20085" y="14130"/>
                </a:cubicBezTo>
                <a:cubicBezTo>
                  <a:pt x="19194" y="15820"/>
                  <a:pt x="17145" y="16869"/>
                  <a:pt x="15666" y="17514"/>
                </a:cubicBezTo>
                <a:cubicBezTo>
                  <a:pt x="15404" y="17647"/>
                  <a:pt x="15134" y="17763"/>
                  <a:pt x="14856" y="17859"/>
                </a:cubicBezTo>
                <a:cubicBezTo>
                  <a:pt x="15091" y="17761"/>
                  <a:pt x="15371" y="17643"/>
                  <a:pt x="15666" y="17514"/>
                </a:cubicBezTo>
                <a:cubicBezTo>
                  <a:pt x="16420" y="17132"/>
                  <a:pt x="17106" y="16605"/>
                  <a:pt x="17696" y="15961"/>
                </a:cubicBezTo>
                <a:cubicBezTo>
                  <a:pt x="18420" y="15169"/>
                  <a:pt x="19001" y="14200"/>
                  <a:pt x="19382" y="13104"/>
                </a:cubicBezTo>
                <a:cubicBezTo>
                  <a:pt x="19951" y="11465"/>
                  <a:pt x="20023" y="9651"/>
                  <a:pt x="19586" y="7958"/>
                </a:cubicBezTo>
                <a:close/>
                <a:moveTo>
                  <a:pt x="1847" y="8123"/>
                </a:moveTo>
                <a:cubicBezTo>
                  <a:pt x="1511" y="9038"/>
                  <a:pt x="1268" y="9994"/>
                  <a:pt x="1120" y="10972"/>
                </a:cubicBezTo>
                <a:cubicBezTo>
                  <a:pt x="971" y="11959"/>
                  <a:pt x="922" y="12961"/>
                  <a:pt x="972" y="13961"/>
                </a:cubicBezTo>
                <a:cubicBezTo>
                  <a:pt x="827" y="13514"/>
                  <a:pt x="724" y="13053"/>
                  <a:pt x="663" y="12586"/>
                </a:cubicBezTo>
                <a:cubicBezTo>
                  <a:pt x="602" y="12110"/>
                  <a:pt x="585" y="11625"/>
                  <a:pt x="640" y="11144"/>
                </a:cubicBezTo>
                <a:cubicBezTo>
                  <a:pt x="706" y="10559"/>
                  <a:pt x="874" y="10003"/>
                  <a:pt x="1096" y="9480"/>
                </a:cubicBezTo>
                <a:cubicBezTo>
                  <a:pt x="1301" y="8999"/>
                  <a:pt x="1552" y="8544"/>
                  <a:pt x="1847" y="8123"/>
                </a:cubicBezTo>
                <a:close/>
                <a:moveTo>
                  <a:pt x="20732" y="9464"/>
                </a:moveTo>
                <a:cubicBezTo>
                  <a:pt x="21135" y="10678"/>
                  <a:pt x="21255" y="11992"/>
                  <a:pt x="21079" y="13276"/>
                </a:cubicBezTo>
                <a:cubicBezTo>
                  <a:pt x="20950" y="14210"/>
                  <a:pt x="20667" y="15108"/>
                  <a:pt x="20244" y="15919"/>
                </a:cubicBezTo>
                <a:cubicBezTo>
                  <a:pt x="20538" y="14993"/>
                  <a:pt x="20735" y="14028"/>
                  <a:pt x="20831" y="13048"/>
                </a:cubicBezTo>
                <a:cubicBezTo>
                  <a:pt x="20948" y="11854"/>
                  <a:pt x="20915" y="10647"/>
                  <a:pt x="20732" y="9464"/>
                </a:cubicBezTo>
                <a:close/>
                <a:moveTo>
                  <a:pt x="18424" y="17355"/>
                </a:moveTo>
                <a:cubicBezTo>
                  <a:pt x="17120" y="18413"/>
                  <a:pt x="15664" y="19199"/>
                  <a:pt x="14124" y="19675"/>
                </a:cubicBezTo>
                <a:cubicBezTo>
                  <a:pt x="12523" y="20169"/>
                  <a:pt x="10858" y="20321"/>
                  <a:pt x="9210" y="20124"/>
                </a:cubicBezTo>
                <a:cubicBezTo>
                  <a:pt x="10788" y="20143"/>
                  <a:pt x="12361" y="19924"/>
                  <a:pt x="13890" y="19474"/>
                </a:cubicBezTo>
                <a:cubicBezTo>
                  <a:pt x="15477" y="19006"/>
                  <a:pt x="17002" y="18294"/>
                  <a:pt x="18424" y="17355"/>
                </a:cubicBezTo>
                <a:close/>
                <a:moveTo>
                  <a:pt x="5632" y="18077"/>
                </a:moveTo>
                <a:cubicBezTo>
                  <a:pt x="6663" y="18436"/>
                  <a:pt x="7724" y="18666"/>
                  <a:pt x="8797" y="18763"/>
                </a:cubicBezTo>
                <a:cubicBezTo>
                  <a:pt x="9969" y="18870"/>
                  <a:pt x="11147" y="18817"/>
                  <a:pt x="12308" y="18606"/>
                </a:cubicBezTo>
                <a:cubicBezTo>
                  <a:pt x="11167" y="18929"/>
                  <a:pt x="9989" y="19039"/>
                  <a:pt x="8818" y="18932"/>
                </a:cubicBezTo>
                <a:cubicBezTo>
                  <a:pt x="7725" y="18832"/>
                  <a:pt x="6651" y="18544"/>
                  <a:pt x="5632" y="18077"/>
                </a:cubicBezTo>
                <a:close/>
              </a:path>
            </a:pathLst>
          </a:custGeom>
          <a:solidFill>
            <a:schemeClr val="tx2"/>
          </a:solidFill>
          <a:ln w="3175">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248245" y="1837112"/>
            <a:ext cx="3478114" cy="2653609"/>
          </a:xfrm>
          <a:prstGeom prst="rect">
            <a:avLst/>
          </a:prstGeom>
        </p:spPr>
        <p:txBody>
          <a:bodyPr/>
          <a:lstStyle>
            <a:lvl1pPr marL="0" indent="0">
              <a:buNone/>
              <a:defRPr sz="3713">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Titre de votre présentation </a:t>
            </a:r>
          </a:p>
        </p:txBody>
      </p:sp>
      <p:grpSp>
        <p:nvGrpSpPr>
          <p:cNvPr id="17" name="Groupe 16">
            <a:extLst>
              <a:ext uri="{FF2B5EF4-FFF2-40B4-BE49-F238E27FC236}">
                <a16:creationId xmlns:a16="http://schemas.microsoft.com/office/drawing/2014/main" id="{2A483439-AAD0-4073-86AD-7E737F719E82}"/>
              </a:ext>
            </a:extLst>
          </p:cNvPr>
          <p:cNvGrpSpPr/>
          <p:nvPr userDrawn="1"/>
        </p:nvGrpSpPr>
        <p:grpSpPr>
          <a:xfrm>
            <a:off x="248245" y="4845515"/>
            <a:ext cx="3484348" cy="220133"/>
            <a:chOff x="441325" y="3354587"/>
            <a:chExt cx="6194396" cy="152400"/>
          </a:xfrm>
        </p:grpSpPr>
        <p:cxnSp>
          <p:nvCxnSpPr>
            <p:cNvPr id="13" name="Connecteur droit 12">
              <a:extLst>
                <a:ext uri="{FF2B5EF4-FFF2-40B4-BE49-F238E27FC236}">
                  <a16:creationId xmlns:a16="http://schemas.microsoft.com/office/drawing/2014/main" id="{C3825916-6509-4DE3-B272-3BC2DD364893}"/>
                </a:ext>
              </a:extLst>
            </p:cNvPr>
            <p:cNvCxnSpPr/>
            <p:nvPr userDrawn="1"/>
          </p:nvCxnSpPr>
          <p:spPr>
            <a:xfrm>
              <a:off x="441325" y="3354587"/>
              <a:ext cx="618331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0834566D-FBDA-496B-AB1C-4767F69B95A1}"/>
                </a:ext>
              </a:extLst>
            </p:cNvPr>
            <p:cNvCxnSpPr/>
            <p:nvPr userDrawn="1"/>
          </p:nvCxnSpPr>
          <p:spPr>
            <a:xfrm>
              <a:off x="452408" y="3506987"/>
              <a:ext cx="6183313" cy="0"/>
            </a:xfrm>
            <a:prstGeom prst="line">
              <a:avLst/>
            </a:prstGeom>
            <a:ln w="762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130943" y="5860015"/>
            <a:ext cx="1255952" cy="829459"/>
          </a:xfrm>
          <a:prstGeom prst="rect">
            <a:avLst/>
          </a:prstGeom>
        </p:spPr>
        <p:txBody>
          <a:bodyPr/>
          <a:lstStyle>
            <a:lvl1pPr marL="0" indent="0">
              <a:buNone/>
              <a:defRPr>
                <a:solidFill>
                  <a:schemeClr val="tx1"/>
                </a:solidFill>
                <a:latin typeface="The Bold Font" pitchFamily="2" charset="0"/>
              </a:defRPr>
            </a:lvl1pPr>
          </a:lstStyle>
          <a:p>
            <a:pPr lvl="0"/>
            <a:r>
              <a:rPr lang="fr-FR" dirty="0"/>
              <a:t>Date/année</a:t>
            </a:r>
          </a:p>
        </p:txBody>
      </p:sp>
    </p:spTree>
    <p:extLst>
      <p:ext uri="{BB962C8B-B14F-4D97-AF65-F5344CB8AC3E}">
        <p14:creationId xmlns:p14="http://schemas.microsoft.com/office/powerpoint/2010/main" val="263224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 Qualiopi">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solidFill>
              <a:schemeClr val="tx2"/>
            </a:solid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solidFill>
              <a:schemeClr val="tx2"/>
            </a:solid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248346"/>
            <a:ext cx="2797814" cy="2301188"/>
          </a:xfrm>
          <a:prstGeom prst="rect">
            <a:avLst/>
          </a:prstGeom>
        </p:spPr>
        <p:txBody>
          <a:bodyPr/>
          <a:lstStyle>
            <a:lvl1pPr marL="0" indent="0">
              <a:buNone/>
              <a:defRPr sz="2700">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err="1"/>
              <a:t>Ifac</a:t>
            </a:r>
            <a:endParaRPr lang="fr-FR" dirty="0"/>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529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solidFill>
              <a:schemeClr val="tx2"/>
            </a:solid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solidFill>
              <a:schemeClr val="tx2"/>
            </a:solid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248346"/>
            <a:ext cx="2797814" cy="2301188"/>
          </a:xfrm>
          <a:prstGeom prst="rect">
            <a:avLst/>
          </a:prstGeom>
        </p:spPr>
        <p:txBody>
          <a:bodyPr/>
          <a:lstStyle>
            <a:lvl1pPr marL="0" indent="0">
              <a:buNone/>
              <a:defRPr sz="2700">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err="1"/>
              <a:t>Ifac</a:t>
            </a:r>
            <a:endParaRPr lang="fr-FR" dirty="0"/>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2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a:solidFill>
            <a:schemeClr val="accent2"/>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166647"/>
            <a:ext cx="2797814" cy="2536579"/>
          </a:xfrm>
          <a:prstGeom prst="rect">
            <a:avLst/>
          </a:prstGeom>
        </p:spPr>
        <p:txBody>
          <a:bodyPr/>
          <a:lstStyle>
            <a:lvl1pPr marL="0" indent="0">
              <a:buNone/>
              <a:defRPr sz="3038">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formation</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309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a:solidFill>
            <a:schemeClr val="accent2"/>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166647"/>
            <a:ext cx="2797814" cy="2536579"/>
          </a:xfrm>
          <a:prstGeom prst="rect">
            <a:avLst/>
          </a:prstGeom>
        </p:spPr>
        <p:txBody>
          <a:bodyPr/>
          <a:lstStyle>
            <a:lvl1pPr marL="0" indent="0">
              <a:buNone/>
              <a:defRPr sz="3038">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formation</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01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a:solidFill>
            <a:schemeClr val="accent3"/>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153030"/>
            <a:ext cx="2797814" cy="2437353"/>
          </a:xfrm>
          <a:prstGeom prst="rect">
            <a:avLst/>
          </a:prstGeom>
        </p:spPr>
        <p:txBody>
          <a:bodyPr/>
          <a:lstStyle>
            <a:lvl1pPr marL="0" indent="0">
              <a:buNone/>
              <a:defRPr sz="3038">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Animation </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rgbClr val="2A738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622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 Qualiopi">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a:solidFill>
            <a:srgbClr val="5CBEC1"/>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153031"/>
            <a:ext cx="2797814" cy="2342038"/>
          </a:xfrm>
          <a:prstGeom prst="rect">
            <a:avLst/>
          </a:prstGeom>
        </p:spPr>
        <p:txBody>
          <a:bodyPr/>
          <a:lstStyle>
            <a:lvl1pPr marL="0" indent="0">
              <a:buNone/>
              <a:defRPr sz="2700">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Petite enfance</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067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254"/>
            <a:ext cx="3101575" cy="470201"/>
            <a:chOff x="1039289" y="3578500"/>
            <a:chExt cx="5513911" cy="325524"/>
          </a:xfrm>
          <a:solidFill>
            <a:srgbClr val="5CBEC1"/>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7309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694770" y="4153031"/>
            <a:ext cx="2797814" cy="2342038"/>
          </a:xfrm>
          <a:prstGeom prst="rect">
            <a:avLst/>
          </a:prstGeom>
        </p:spPr>
        <p:txBody>
          <a:bodyPr/>
          <a:lstStyle>
            <a:lvl1pPr marL="0" indent="0">
              <a:buNone/>
              <a:defRPr sz="2700">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Petite enfance</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3641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chemeClr val="bg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3704346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chemeClr val="bg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752617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33CDFC6-894F-44FA-B5D8-0B87F5C4E40E}"/>
              </a:ext>
            </a:extLst>
          </p:cNvPr>
          <p:cNvSpPr/>
          <p:nvPr userDrawn="1"/>
        </p:nvSpPr>
        <p:spPr>
          <a:xfrm>
            <a:off x="4251215" y="6821462"/>
            <a:ext cx="1407449" cy="1596968"/>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4" name="Rectangle 23">
            <a:extLst>
              <a:ext uri="{FF2B5EF4-FFF2-40B4-BE49-F238E27FC236}">
                <a16:creationId xmlns:a16="http://schemas.microsoft.com/office/drawing/2014/main" id="{FF0B9D75-88D5-4518-A4D1-4086B547BF0D}"/>
              </a:ext>
            </a:extLst>
          </p:cNvPr>
          <p:cNvSpPr/>
          <p:nvPr userDrawn="1"/>
        </p:nvSpPr>
        <p:spPr>
          <a:xfrm>
            <a:off x="2531225" y="6882658"/>
            <a:ext cx="1407449" cy="1596968"/>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 name="Rectangle 1">
            <a:extLst>
              <a:ext uri="{FF2B5EF4-FFF2-40B4-BE49-F238E27FC236}">
                <a16:creationId xmlns:a16="http://schemas.microsoft.com/office/drawing/2014/main" id="{B5D88C7C-D38F-4C34-8E43-A7D4E1FD5233}"/>
              </a:ext>
            </a:extLst>
          </p:cNvPr>
          <p:cNvSpPr/>
          <p:nvPr userDrawn="1"/>
        </p:nvSpPr>
        <p:spPr>
          <a:xfrm>
            <a:off x="790229" y="6892174"/>
            <a:ext cx="1407449" cy="1596968"/>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chemeClr val="bg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chemeClr val="bg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chemeClr val="bg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574314"/>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tx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606527"/>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tx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606528"/>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tx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6918771"/>
            <a:ext cx="1342132" cy="1499658"/>
          </a:xfrm>
          <a:prstGeom prst="rect">
            <a:avLst/>
          </a:prstGeom>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6918773"/>
            <a:ext cx="1342132" cy="1499658"/>
          </a:xfrm>
          <a:prstGeom prst="rect">
            <a:avLst/>
          </a:prstGeom>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6964050"/>
            <a:ext cx="1342132" cy="1499658"/>
          </a:xfrm>
          <a:prstGeom prst="rect">
            <a:avLst/>
          </a:prstGeom>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Tree>
    <p:extLst>
      <p:ext uri="{BB962C8B-B14F-4D97-AF65-F5344CB8AC3E}">
        <p14:creationId xmlns:p14="http://schemas.microsoft.com/office/powerpoint/2010/main" val="124345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Espace réservé du texte 7">
            <a:extLst>
              <a:ext uri="{FF2B5EF4-FFF2-40B4-BE49-F238E27FC236}">
                <a16:creationId xmlns:a16="http://schemas.microsoft.com/office/drawing/2014/main" id="{4A5268AB-68BB-4E21-B028-20DAD997DF3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20" name="Oval 28">
            <a:extLst>
              <a:ext uri="{FF2B5EF4-FFF2-40B4-BE49-F238E27FC236}">
                <a16:creationId xmlns:a16="http://schemas.microsoft.com/office/drawing/2014/main" id="{88A13F4C-3B09-4449-90CA-96D28D51B620}"/>
              </a:ext>
            </a:extLst>
          </p:cNvPr>
          <p:cNvSpPr/>
          <p:nvPr userDrawn="1"/>
        </p:nvSpPr>
        <p:spPr>
          <a:xfrm>
            <a:off x="2813380" y="3202600"/>
            <a:ext cx="1134692" cy="2913299"/>
          </a:xfrm>
          <a:prstGeom prst="ellipse">
            <a:avLst/>
          </a:prstGeom>
          <a:solidFill>
            <a:schemeClr val="bg2"/>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1" name="Oval 30">
            <a:extLst>
              <a:ext uri="{FF2B5EF4-FFF2-40B4-BE49-F238E27FC236}">
                <a16:creationId xmlns:a16="http://schemas.microsoft.com/office/drawing/2014/main" id="{4C676FF9-D7F9-48E0-A3A3-978EA64605DF}"/>
              </a:ext>
            </a:extLst>
          </p:cNvPr>
          <p:cNvSpPr/>
          <p:nvPr userDrawn="1"/>
        </p:nvSpPr>
        <p:spPr>
          <a:xfrm>
            <a:off x="4077670" y="2814903"/>
            <a:ext cx="709107" cy="1820916"/>
          </a:xfrm>
          <a:prstGeom prst="ellipse">
            <a:avLst/>
          </a:prstGeom>
          <a:noFill/>
          <a:ln w="12700">
            <a:solidFill>
              <a:schemeClr val="tx2">
                <a:alpha val="79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22" name="Oval 28">
            <a:extLst>
              <a:ext uri="{FF2B5EF4-FFF2-40B4-BE49-F238E27FC236}">
                <a16:creationId xmlns:a16="http://schemas.microsoft.com/office/drawing/2014/main" id="{2FACE046-CE4B-4855-B128-B102FBD70A58}"/>
              </a:ext>
            </a:extLst>
          </p:cNvPr>
          <p:cNvSpPr/>
          <p:nvPr userDrawn="1"/>
        </p:nvSpPr>
        <p:spPr>
          <a:xfrm>
            <a:off x="3864878" y="5003380"/>
            <a:ext cx="1134692" cy="2913299"/>
          </a:xfrm>
          <a:prstGeom prst="ellipse">
            <a:avLst/>
          </a:prstGeom>
          <a:solidFill>
            <a:schemeClr val="tx2"/>
          </a:solidFill>
          <a:ln>
            <a:solidFill>
              <a:schemeClr val="tx2"/>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3" name="Oval 28">
            <a:extLst>
              <a:ext uri="{FF2B5EF4-FFF2-40B4-BE49-F238E27FC236}">
                <a16:creationId xmlns:a16="http://schemas.microsoft.com/office/drawing/2014/main" id="{E6A45D8A-8A5A-4643-8855-E4225EBB5061}"/>
              </a:ext>
            </a:extLst>
          </p:cNvPr>
          <p:cNvSpPr/>
          <p:nvPr userDrawn="1"/>
        </p:nvSpPr>
        <p:spPr>
          <a:xfrm>
            <a:off x="4999570" y="3207807"/>
            <a:ext cx="809202" cy="2077609"/>
          </a:xfrm>
          <a:prstGeom prst="ellipse">
            <a:avLst/>
          </a:prstGeom>
          <a:solidFill>
            <a:schemeClr val="bg2">
              <a:lumMod val="60000"/>
              <a:lumOff val="40000"/>
            </a:schemeClr>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4" name="Oval 28">
            <a:extLst>
              <a:ext uri="{FF2B5EF4-FFF2-40B4-BE49-F238E27FC236}">
                <a16:creationId xmlns:a16="http://schemas.microsoft.com/office/drawing/2014/main" id="{6072F6FE-BC9C-4C02-B3D9-DF7748F0321F}"/>
              </a:ext>
            </a:extLst>
          </p:cNvPr>
          <p:cNvSpPr/>
          <p:nvPr userDrawn="1"/>
        </p:nvSpPr>
        <p:spPr>
          <a:xfrm>
            <a:off x="5232280" y="5719962"/>
            <a:ext cx="576492" cy="1480131"/>
          </a:xfrm>
          <a:prstGeom prst="ellipse">
            <a:avLst/>
          </a:prstGeom>
          <a:solidFill>
            <a:schemeClr val="bg1"/>
          </a:solidFill>
          <a:ln>
            <a:solidFill>
              <a:schemeClr val="bg2"/>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25" name="Фигура">
            <a:extLst>
              <a:ext uri="{FF2B5EF4-FFF2-40B4-BE49-F238E27FC236}">
                <a16:creationId xmlns:a16="http://schemas.microsoft.com/office/drawing/2014/main" id="{360AE244-6ED6-4AFB-B94C-4EF14B2C8A19}"/>
              </a:ext>
            </a:extLst>
          </p:cNvPr>
          <p:cNvSpPr/>
          <p:nvPr userDrawn="1"/>
        </p:nvSpPr>
        <p:spPr>
          <a:xfrm>
            <a:off x="352962" y="3131659"/>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26" name="Espace réservé du texte 18">
            <a:extLst>
              <a:ext uri="{FF2B5EF4-FFF2-40B4-BE49-F238E27FC236}">
                <a16:creationId xmlns:a16="http://schemas.microsoft.com/office/drawing/2014/main" id="{C4A0D5EA-1372-4EED-A527-58E9C9581963}"/>
              </a:ext>
            </a:extLst>
          </p:cNvPr>
          <p:cNvSpPr>
            <a:spLocks noGrp="1"/>
          </p:cNvSpPr>
          <p:nvPr>
            <p:ph type="body" sz="quarter" idx="14" hasCustomPrompt="1"/>
          </p:nvPr>
        </p:nvSpPr>
        <p:spPr>
          <a:xfrm>
            <a:off x="535755" y="3689973"/>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27" name="Espace réservé du texte 3">
            <a:extLst>
              <a:ext uri="{FF2B5EF4-FFF2-40B4-BE49-F238E27FC236}">
                <a16:creationId xmlns:a16="http://schemas.microsoft.com/office/drawing/2014/main" id="{F54AC245-A793-43BE-ACEF-2A22D1BB524F}"/>
              </a:ext>
            </a:extLst>
          </p:cNvPr>
          <p:cNvSpPr>
            <a:spLocks noGrp="1"/>
          </p:cNvSpPr>
          <p:nvPr>
            <p:ph type="body" sz="quarter" idx="15" hasCustomPrompt="1"/>
          </p:nvPr>
        </p:nvSpPr>
        <p:spPr>
          <a:xfrm>
            <a:off x="2940046" y="3590642"/>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p:txBody>
      </p:sp>
      <p:sp>
        <p:nvSpPr>
          <p:cNvPr id="28" name="Espace réservé du texte 3">
            <a:extLst>
              <a:ext uri="{FF2B5EF4-FFF2-40B4-BE49-F238E27FC236}">
                <a16:creationId xmlns:a16="http://schemas.microsoft.com/office/drawing/2014/main" id="{1627435E-12A4-494C-9355-7102FE66315E}"/>
              </a:ext>
            </a:extLst>
          </p:cNvPr>
          <p:cNvSpPr>
            <a:spLocks noGrp="1"/>
          </p:cNvSpPr>
          <p:nvPr>
            <p:ph type="body" sz="quarter" idx="16" hasCustomPrompt="1"/>
          </p:nvPr>
        </p:nvSpPr>
        <p:spPr>
          <a:xfrm>
            <a:off x="3991544" y="5362786"/>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375">
                <a:solidFill>
                  <a:schemeClr val="bg1"/>
                </a:solidFill>
                <a:latin typeface="Roboto Bk" pitchFamily="2" charset="0"/>
                <a:ea typeface="Roboto Bk" pitchFamily="2" charset="0"/>
              </a:defRPr>
            </a:lvl1pPr>
          </a:lstStyle>
          <a:p>
            <a:pPr lvl="0"/>
            <a:r>
              <a:rPr lang="fr-FR" dirty="0"/>
              <a:t>00</a:t>
            </a:r>
          </a:p>
        </p:txBody>
      </p:sp>
      <p:sp>
        <p:nvSpPr>
          <p:cNvPr id="29" name="Espace réservé du texte 22">
            <a:extLst>
              <a:ext uri="{FF2B5EF4-FFF2-40B4-BE49-F238E27FC236}">
                <a16:creationId xmlns:a16="http://schemas.microsoft.com/office/drawing/2014/main" id="{4187BDB3-17FF-413B-9F3A-F869CEDE5F0F}"/>
              </a:ext>
            </a:extLst>
          </p:cNvPr>
          <p:cNvSpPr>
            <a:spLocks noGrp="1"/>
          </p:cNvSpPr>
          <p:nvPr>
            <p:ph type="body" sz="quarter" idx="17" hasCustomPrompt="1"/>
          </p:nvPr>
        </p:nvSpPr>
        <p:spPr>
          <a:xfrm>
            <a:off x="5109491" y="3463947"/>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30" name="Espace réservé du texte 24">
            <a:extLst>
              <a:ext uri="{FF2B5EF4-FFF2-40B4-BE49-F238E27FC236}">
                <a16:creationId xmlns:a16="http://schemas.microsoft.com/office/drawing/2014/main" id="{51DF0C45-0722-4A09-B021-A17AD9F72F31}"/>
              </a:ext>
            </a:extLst>
          </p:cNvPr>
          <p:cNvSpPr>
            <a:spLocks noGrp="1"/>
          </p:cNvSpPr>
          <p:nvPr>
            <p:ph type="body" sz="quarter" idx="18" hasCustomPrompt="1"/>
          </p:nvPr>
        </p:nvSpPr>
        <p:spPr>
          <a:xfrm>
            <a:off x="4174728" y="3155742"/>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chemeClr val="tx1">
                    <a:lumMod val="75000"/>
                  </a:schemeClr>
                </a:solidFill>
                <a:latin typeface="Roboto Bk" pitchFamily="2" charset="0"/>
                <a:ea typeface="Roboto Bk" pitchFamily="2" charset="0"/>
              </a:defRPr>
            </a:lvl1pPr>
          </a:lstStyle>
          <a:p>
            <a:pPr lvl="0"/>
            <a:r>
              <a:rPr lang="fr-FR" dirty="0"/>
              <a:t>00</a:t>
            </a:r>
          </a:p>
        </p:txBody>
      </p:sp>
      <p:sp>
        <p:nvSpPr>
          <p:cNvPr id="31" name="Espace réservé du texte 26">
            <a:extLst>
              <a:ext uri="{FF2B5EF4-FFF2-40B4-BE49-F238E27FC236}">
                <a16:creationId xmlns:a16="http://schemas.microsoft.com/office/drawing/2014/main" id="{B036406E-A117-4B92-8005-92144E99B825}"/>
              </a:ext>
            </a:extLst>
          </p:cNvPr>
          <p:cNvSpPr>
            <a:spLocks noGrp="1"/>
          </p:cNvSpPr>
          <p:nvPr>
            <p:ph type="body" sz="quarter" idx="19" hasCustomPrompt="1"/>
          </p:nvPr>
        </p:nvSpPr>
        <p:spPr>
          <a:xfrm>
            <a:off x="5324872" y="5814760"/>
            <a:ext cx="411659" cy="1197326"/>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chemeClr val="tx2"/>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74960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7" name="Espace réservé du texte 7">
            <a:extLst>
              <a:ext uri="{FF2B5EF4-FFF2-40B4-BE49-F238E27FC236}">
                <a16:creationId xmlns:a16="http://schemas.microsoft.com/office/drawing/2014/main" id="{4A5268AB-68BB-4E21-B028-20DAD997DF3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chemeClr val="bg2"/>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bg2">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bg2">
              <a:lumMod val="60000"/>
              <a:lumOff val="40000"/>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5" name="Espace réservé du texte 4">
            <a:extLst>
              <a:ext uri="{FF2B5EF4-FFF2-40B4-BE49-F238E27FC236}">
                <a16:creationId xmlns:a16="http://schemas.microsoft.com/office/drawing/2014/main" id="{489B4DCA-17EE-428C-B2BA-83645E6FC289}"/>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
        <p:nvSpPr>
          <p:cNvPr id="43" name="Espace réservé du texte 4">
            <a:extLst>
              <a:ext uri="{FF2B5EF4-FFF2-40B4-BE49-F238E27FC236}">
                <a16:creationId xmlns:a16="http://schemas.microsoft.com/office/drawing/2014/main" id="{56FDFA8B-7A9E-47ED-AE4F-3AB57F30677C}"/>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4" name="Espace réservé du texte 4">
            <a:extLst>
              <a:ext uri="{FF2B5EF4-FFF2-40B4-BE49-F238E27FC236}">
                <a16:creationId xmlns:a16="http://schemas.microsoft.com/office/drawing/2014/main" id="{62BF05EE-B811-49E4-AE97-81FE51B37A6B}"/>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5" name="Espace réservé du texte 4">
            <a:extLst>
              <a:ext uri="{FF2B5EF4-FFF2-40B4-BE49-F238E27FC236}">
                <a16:creationId xmlns:a16="http://schemas.microsoft.com/office/drawing/2014/main" id="{6D07E604-2AE8-4027-AD4E-CCD1CDDB3B4A}"/>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4E41DF6D-0DF8-4ECA-99FC-E10075C4592D}"/>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F9F1EECB-8C15-44A4-B6F2-63D08B750639}"/>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835D0CD6-7A67-4EB5-819F-B1C4C67F455D}"/>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64A96B71-7902-49D1-A3C6-57E42AE17632}"/>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2C34A7E9-7F55-4077-A0D3-CB3CE0C158AC}"/>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7831400E-1D95-49BF-A2C9-E1AFF2246C59}"/>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3F676DA3-CF35-42A9-B304-47B868A2EE55}"/>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10205DDA-B44B-4C6F-A3D4-812A90FD426A}"/>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E3FECCF9-FC3B-4B2D-B5F8-236B7FB3418D}"/>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Tree>
    <p:extLst>
      <p:ext uri="{BB962C8B-B14F-4D97-AF65-F5344CB8AC3E}">
        <p14:creationId xmlns:p14="http://schemas.microsoft.com/office/powerpoint/2010/main" val="1457496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3564433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bg2">
              <a:lumMod val="40000"/>
              <a:lumOff val="6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bg2">
              <a:lumMod val="40000"/>
              <a:lumOff val="6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institutionnel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2413587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3275892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722480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202509" y="6606528"/>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3"/>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539143" y="6638741"/>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3"/>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99302" y="6638742"/>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3"/>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514428"/>
            <a:ext cx="1342132" cy="1499658"/>
          </a:xfrm>
          <a:prstGeom prst="rect">
            <a:avLst/>
          </a:prstGeom>
          <a:solidFill>
            <a:schemeClr val="accent3">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514430"/>
            <a:ext cx="1342132" cy="1499658"/>
          </a:xfrm>
          <a:prstGeom prst="rect">
            <a:avLst/>
          </a:prstGeom>
          <a:solidFill>
            <a:schemeClr val="accent3">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559707"/>
            <a:ext cx="1342132" cy="1499658"/>
          </a:xfrm>
          <a:prstGeom prst="rect">
            <a:avLst/>
          </a:prstGeom>
          <a:solidFill>
            <a:schemeClr val="accent3">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Tree>
    <p:extLst>
      <p:ext uri="{BB962C8B-B14F-4D97-AF65-F5344CB8AC3E}">
        <p14:creationId xmlns:p14="http://schemas.microsoft.com/office/powerpoint/2010/main" val="31317864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Espace réservé du texte 7">
            <a:extLst>
              <a:ext uri="{FF2B5EF4-FFF2-40B4-BE49-F238E27FC236}">
                <a16:creationId xmlns:a16="http://schemas.microsoft.com/office/drawing/2014/main" id="{4A5268AB-68BB-4E21-B028-20DAD997DF3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Oval 28">
            <a:extLst>
              <a:ext uri="{FF2B5EF4-FFF2-40B4-BE49-F238E27FC236}">
                <a16:creationId xmlns:a16="http://schemas.microsoft.com/office/drawing/2014/main" id="{A03A96D5-8C8E-43F1-BEAD-F7F2769DE6FC}"/>
              </a:ext>
            </a:extLst>
          </p:cNvPr>
          <p:cNvSpPr/>
          <p:nvPr userDrawn="1"/>
        </p:nvSpPr>
        <p:spPr>
          <a:xfrm>
            <a:off x="2813380" y="3202600"/>
            <a:ext cx="1134692" cy="2913299"/>
          </a:xfrm>
          <a:prstGeom prst="ellipse">
            <a:avLst/>
          </a:prstGeom>
          <a:solidFill>
            <a:srgbClr val="2A7387"/>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13" name="Oval 30">
            <a:extLst>
              <a:ext uri="{FF2B5EF4-FFF2-40B4-BE49-F238E27FC236}">
                <a16:creationId xmlns:a16="http://schemas.microsoft.com/office/drawing/2014/main" id="{2DECAAF0-CAA6-43EA-9A94-2FE88D19B664}"/>
              </a:ext>
            </a:extLst>
          </p:cNvPr>
          <p:cNvSpPr/>
          <p:nvPr userDrawn="1"/>
        </p:nvSpPr>
        <p:spPr>
          <a:xfrm>
            <a:off x="4077670" y="2814903"/>
            <a:ext cx="709107" cy="1820916"/>
          </a:xfrm>
          <a:prstGeom prst="ellipse">
            <a:avLst/>
          </a:prstGeom>
          <a:noFill/>
          <a:ln w="12700">
            <a:solidFill>
              <a:schemeClr val="accent3">
                <a:alpha val="79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14" name="Oval 28">
            <a:extLst>
              <a:ext uri="{FF2B5EF4-FFF2-40B4-BE49-F238E27FC236}">
                <a16:creationId xmlns:a16="http://schemas.microsoft.com/office/drawing/2014/main" id="{E850068A-A0C8-4FE7-85C6-10132819254C}"/>
              </a:ext>
            </a:extLst>
          </p:cNvPr>
          <p:cNvSpPr/>
          <p:nvPr userDrawn="1"/>
        </p:nvSpPr>
        <p:spPr>
          <a:xfrm>
            <a:off x="3864878" y="5003380"/>
            <a:ext cx="1134692" cy="2913299"/>
          </a:xfrm>
          <a:prstGeom prst="ellipse">
            <a:avLst/>
          </a:prstGeom>
          <a:solidFill>
            <a:schemeClr val="accent3"/>
          </a:solidFill>
          <a:ln>
            <a:solidFill>
              <a:schemeClr val="accent3"/>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15" name="Oval 28">
            <a:extLst>
              <a:ext uri="{FF2B5EF4-FFF2-40B4-BE49-F238E27FC236}">
                <a16:creationId xmlns:a16="http://schemas.microsoft.com/office/drawing/2014/main" id="{C7222B9D-F62D-4C55-9196-308AC959FA2F}"/>
              </a:ext>
            </a:extLst>
          </p:cNvPr>
          <p:cNvSpPr/>
          <p:nvPr userDrawn="1"/>
        </p:nvSpPr>
        <p:spPr>
          <a:xfrm>
            <a:off x="4999570" y="3207807"/>
            <a:ext cx="809202" cy="2077609"/>
          </a:xfrm>
          <a:prstGeom prst="ellipse">
            <a:avLst/>
          </a:prstGeom>
          <a:solidFill>
            <a:schemeClr val="bg2">
              <a:lumMod val="60000"/>
              <a:lumOff val="40000"/>
            </a:schemeClr>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16" name="Oval 28">
            <a:extLst>
              <a:ext uri="{FF2B5EF4-FFF2-40B4-BE49-F238E27FC236}">
                <a16:creationId xmlns:a16="http://schemas.microsoft.com/office/drawing/2014/main" id="{44A5E0B0-D2FF-485D-9784-CD7FB52C84CF}"/>
              </a:ext>
            </a:extLst>
          </p:cNvPr>
          <p:cNvSpPr/>
          <p:nvPr userDrawn="1"/>
        </p:nvSpPr>
        <p:spPr>
          <a:xfrm>
            <a:off x="5232280" y="5719962"/>
            <a:ext cx="576492" cy="1480131"/>
          </a:xfrm>
          <a:prstGeom prst="ellipse">
            <a:avLst/>
          </a:prstGeom>
          <a:solidFill>
            <a:schemeClr val="bg1"/>
          </a:solidFill>
          <a:ln>
            <a:solidFill>
              <a:srgbClr val="2A7387"/>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17" name="Фигура">
            <a:extLst>
              <a:ext uri="{FF2B5EF4-FFF2-40B4-BE49-F238E27FC236}">
                <a16:creationId xmlns:a16="http://schemas.microsoft.com/office/drawing/2014/main" id="{19403686-95BC-4F1A-B8AF-8C7AEBBD6222}"/>
              </a:ext>
            </a:extLst>
          </p:cNvPr>
          <p:cNvSpPr/>
          <p:nvPr userDrawn="1"/>
        </p:nvSpPr>
        <p:spPr>
          <a:xfrm>
            <a:off x="352962" y="3131659"/>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3">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18" name="Espace réservé du texte 18">
            <a:extLst>
              <a:ext uri="{FF2B5EF4-FFF2-40B4-BE49-F238E27FC236}">
                <a16:creationId xmlns:a16="http://schemas.microsoft.com/office/drawing/2014/main" id="{37F30E9C-9534-40C2-95D0-278DFA4A72E4}"/>
              </a:ext>
            </a:extLst>
          </p:cNvPr>
          <p:cNvSpPr>
            <a:spLocks noGrp="1"/>
          </p:cNvSpPr>
          <p:nvPr>
            <p:ph type="body" sz="quarter" idx="14" hasCustomPrompt="1"/>
          </p:nvPr>
        </p:nvSpPr>
        <p:spPr>
          <a:xfrm>
            <a:off x="535755" y="3689973"/>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4" name="Espace réservé du texte 3">
            <a:extLst>
              <a:ext uri="{FF2B5EF4-FFF2-40B4-BE49-F238E27FC236}">
                <a16:creationId xmlns:a16="http://schemas.microsoft.com/office/drawing/2014/main" id="{001F5AC4-E04E-46E3-AF35-7AE0BD096AD6}"/>
              </a:ext>
            </a:extLst>
          </p:cNvPr>
          <p:cNvSpPr>
            <a:spLocks noGrp="1"/>
          </p:cNvSpPr>
          <p:nvPr>
            <p:ph type="body" sz="quarter" idx="15" hasCustomPrompt="1"/>
          </p:nvPr>
        </p:nvSpPr>
        <p:spPr>
          <a:xfrm>
            <a:off x="2940046" y="3590642"/>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p:txBody>
      </p:sp>
      <p:sp>
        <p:nvSpPr>
          <p:cNvPr id="20" name="Espace réservé du texte 3">
            <a:extLst>
              <a:ext uri="{FF2B5EF4-FFF2-40B4-BE49-F238E27FC236}">
                <a16:creationId xmlns:a16="http://schemas.microsoft.com/office/drawing/2014/main" id="{FDDC81BE-9737-4EE2-A6EE-45BB024F452C}"/>
              </a:ext>
            </a:extLst>
          </p:cNvPr>
          <p:cNvSpPr>
            <a:spLocks noGrp="1"/>
          </p:cNvSpPr>
          <p:nvPr>
            <p:ph type="body" sz="quarter" idx="16" hasCustomPrompt="1"/>
          </p:nvPr>
        </p:nvSpPr>
        <p:spPr>
          <a:xfrm>
            <a:off x="3991544" y="5362786"/>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375">
                <a:solidFill>
                  <a:schemeClr val="bg1"/>
                </a:solidFill>
                <a:latin typeface="+mj-lt"/>
              </a:defRPr>
            </a:lvl1pPr>
          </a:lstStyle>
          <a:p>
            <a:pPr lvl="0"/>
            <a:r>
              <a:rPr lang="fr-FR" dirty="0"/>
              <a:t>00</a:t>
            </a:r>
          </a:p>
        </p:txBody>
      </p:sp>
      <p:sp>
        <p:nvSpPr>
          <p:cNvPr id="23" name="Espace réservé du texte 22">
            <a:extLst>
              <a:ext uri="{FF2B5EF4-FFF2-40B4-BE49-F238E27FC236}">
                <a16:creationId xmlns:a16="http://schemas.microsoft.com/office/drawing/2014/main" id="{56FBD885-D08F-4763-9BD0-FDD8FBC4AEDE}"/>
              </a:ext>
            </a:extLst>
          </p:cNvPr>
          <p:cNvSpPr>
            <a:spLocks noGrp="1"/>
          </p:cNvSpPr>
          <p:nvPr>
            <p:ph type="body" sz="quarter" idx="17" hasCustomPrompt="1"/>
          </p:nvPr>
        </p:nvSpPr>
        <p:spPr>
          <a:xfrm>
            <a:off x="5109491" y="3463947"/>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mj-lt"/>
              </a:defRPr>
            </a:lvl1pPr>
          </a:lstStyle>
          <a:p>
            <a:pPr lvl="0"/>
            <a:r>
              <a:rPr lang="fr-FR" dirty="0"/>
              <a:t>00</a:t>
            </a:r>
          </a:p>
        </p:txBody>
      </p:sp>
      <p:sp>
        <p:nvSpPr>
          <p:cNvPr id="25" name="Espace réservé du texte 24">
            <a:extLst>
              <a:ext uri="{FF2B5EF4-FFF2-40B4-BE49-F238E27FC236}">
                <a16:creationId xmlns:a16="http://schemas.microsoft.com/office/drawing/2014/main" id="{AA632262-DB08-4403-8DBC-98DE18820D24}"/>
              </a:ext>
            </a:extLst>
          </p:cNvPr>
          <p:cNvSpPr>
            <a:spLocks noGrp="1"/>
          </p:cNvSpPr>
          <p:nvPr>
            <p:ph type="body" sz="quarter" idx="18" hasCustomPrompt="1"/>
          </p:nvPr>
        </p:nvSpPr>
        <p:spPr>
          <a:xfrm>
            <a:off x="4174728" y="3155742"/>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rgbClr val="287387"/>
                </a:solidFill>
                <a:latin typeface="+mj-lt"/>
              </a:defRPr>
            </a:lvl1pPr>
          </a:lstStyle>
          <a:p>
            <a:pPr lvl="0"/>
            <a:r>
              <a:rPr lang="fr-FR" dirty="0"/>
              <a:t>00</a:t>
            </a:r>
          </a:p>
        </p:txBody>
      </p:sp>
      <p:sp>
        <p:nvSpPr>
          <p:cNvPr id="27" name="Espace réservé du texte 26">
            <a:extLst>
              <a:ext uri="{FF2B5EF4-FFF2-40B4-BE49-F238E27FC236}">
                <a16:creationId xmlns:a16="http://schemas.microsoft.com/office/drawing/2014/main" id="{9C58D2C0-21F4-485B-99DE-08DCCC788DDA}"/>
              </a:ext>
            </a:extLst>
          </p:cNvPr>
          <p:cNvSpPr>
            <a:spLocks noGrp="1"/>
          </p:cNvSpPr>
          <p:nvPr>
            <p:ph type="body" sz="quarter" idx="19" hasCustomPrompt="1"/>
          </p:nvPr>
        </p:nvSpPr>
        <p:spPr>
          <a:xfrm>
            <a:off x="5324872" y="5814760"/>
            <a:ext cx="411659" cy="1197326"/>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chemeClr val="accent3"/>
                </a:solidFill>
                <a:latin typeface="+mj-lt"/>
              </a:defRPr>
            </a:lvl1pPr>
          </a:lstStyle>
          <a:p>
            <a:pPr lvl="0"/>
            <a:r>
              <a:rPr lang="fr-FR" dirty="0"/>
              <a:t>00</a:t>
            </a:r>
          </a:p>
        </p:txBody>
      </p:sp>
    </p:spTree>
    <p:extLst>
      <p:ext uri="{BB962C8B-B14F-4D97-AF65-F5344CB8AC3E}">
        <p14:creationId xmlns:p14="http://schemas.microsoft.com/office/powerpoint/2010/main" val="34827718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7" name="Espace réservé du texte 7">
            <a:extLst>
              <a:ext uri="{FF2B5EF4-FFF2-40B4-BE49-F238E27FC236}">
                <a16:creationId xmlns:a16="http://schemas.microsoft.com/office/drawing/2014/main" id="{4A5268AB-68BB-4E21-B028-20DAD997DF3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chemeClr val="bg2"/>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rgbClr val="2A7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3"/>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2A7387">
              <a:alpha val="64000"/>
            </a:srgb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bg2">
              <a:lumMod val="60000"/>
              <a:lumOff val="40000"/>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5" name="Espace réservé du texte 4">
            <a:extLst>
              <a:ext uri="{FF2B5EF4-FFF2-40B4-BE49-F238E27FC236}">
                <a16:creationId xmlns:a16="http://schemas.microsoft.com/office/drawing/2014/main" id="{19B45A3F-0BA7-4A7C-A59F-F51A58053128}"/>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4" name="Espace réservé du texte 4">
            <a:extLst>
              <a:ext uri="{FF2B5EF4-FFF2-40B4-BE49-F238E27FC236}">
                <a16:creationId xmlns:a16="http://schemas.microsoft.com/office/drawing/2014/main" id="{258DD1DA-1EA6-4074-A85F-342455DD3860}"/>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5" name="Espace réservé du texte 4">
            <a:extLst>
              <a:ext uri="{FF2B5EF4-FFF2-40B4-BE49-F238E27FC236}">
                <a16:creationId xmlns:a16="http://schemas.microsoft.com/office/drawing/2014/main" id="{3ACDF453-7FEC-49FF-9B35-B1BBC900DD6E}"/>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6" name="Espace réservé du texte 4">
            <a:extLst>
              <a:ext uri="{FF2B5EF4-FFF2-40B4-BE49-F238E27FC236}">
                <a16:creationId xmlns:a16="http://schemas.microsoft.com/office/drawing/2014/main" id="{9AEF06C0-7BFE-4D4E-A40F-426508734DDC}"/>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7" name="Espace réservé du texte 4">
            <a:extLst>
              <a:ext uri="{FF2B5EF4-FFF2-40B4-BE49-F238E27FC236}">
                <a16:creationId xmlns:a16="http://schemas.microsoft.com/office/drawing/2014/main" id="{E86D7692-D5F9-4121-9E78-10C58B45C49D}"/>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8" name="Espace réservé du texte 4">
            <a:extLst>
              <a:ext uri="{FF2B5EF4-FFF2-40B4-BE49-F238E27FC236}">
                <a16:creationId xmlns:a16="http://schemas.microsoft.com/office/drawing/2014/main" id="{3EECF49D-3E33-4DBB-9340-19758335DF20}"/>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49" name="Espace réservé du texte 4">
            <a:extLst>
              <a:ext uri="{FF2B5EF4-FFF2-40B4-BE49-F238E27FC236}">
                <a16:creationId xmlns:a16="http://schemas.microsoft.com/office/drawing/2014/main" id="{D434617C-1A26-4A4D-B3B4-DB03D4A78AA7}"/>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0" name="Espace réservé du texte 4">
            <a:extLst>
              <a:ext uri="{FF2B5EF4-FFF2-40B4-BE49-F238E27FC236}">
                <a16:creationId xmlns:a16="http://schemas.microsoft.com/office/drawing/2014/main" id="{85EB94E1-341C-4EFF-9AFF-B62DC686418B}"/>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1" name="Espace réservé du texte 4">
            <a:extLst>
              <a:ext uri="{FF2B5EF4-FFF2-40B4-BE49-F238E27FC236}">
                <a16:creationId xmlns:a16="http://schemas.microsoft.com/office/drawing/2014/main" id="{B4FBA3F5-049C-4BE6-B03B-CC2F26965CF8}"/>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2" name="Espace réservé du texte 4">
            <a:extLst>
              <a:ext uri="{FF2B5EF4-FFF2-40B4-BE49-F238E27FC236}">
                <a16:creationId xmlns:a16="http://schemas.microsoft.com/office/drawing/2014/main" id="{599ACF3E-D23B-483A-A89B-FA91F8941201}"/>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3" name="Espace réservé du texte 4">
            <a:extLst>
              <a:ext uri="{FF2B5EF4-FFF2-40B4-BE49-F238E27FC236}">
                <a16:creationId xmlns:a16="http://schemas.microsoft.com/office/drawing/2014/main" id="{F17A79C4-546F-47F1-9703-95F50218B9DD}"/>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4" name="Espace réservé du texte 4">
            <a:extLst>
              <a:ext uri="{FF2B5EF4-FFF2-40B4-BE49-F238E27FC236}">
                <a16:creationId xmlns:a16="http://schemas.microsoft.com/office/drawing/2014/main" id="{451C5003-5206-4B38-B038-5E075342B702}"/>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mj-lt"/>
              </a:defRPr>
            </a:lvl1pPr>
          </a:lstStyle>
          <a:p>
            <a:pPr lvl="0"/>
            <a:r>
              <a:rPr lang="fr-FR" dirty="0"/>
              <a:t>00 – titre </a:t>
            </a:r>
          </a:p>
        </p:txBody>
      </p:sp>
      <p:sp>
        <p:nvSpPr>
          <p:cNvPr id="55" name="Espace réservé du texte 4">
            <a:extLst>
              <a:ext uri="{FF2B5EF4-FFF2-40B4-BE49-F238E27FC236}">
                <a16:creationId xmlns:a16="http://schemas.microsoft.com/office/drawing/2014/main" id="{B24558F6-69AF-4690-B328-CF1F6AF58326}"/>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361978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anim calcmode="lin" valueType="num">
                                      <p:cBhvr additive="base">
                                        <p:cTn id="7" dur="5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 calcmode="lin" valueType="num">
                                      <p:cBhvr additive="base">
                                        <p:cTn id="3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4">
                                            <p:txEl>
                                              <p:pRg st="0" end="0"/>
                                            </p:txEl>
                                          </p:spTgt>
                                        </p:tgtEl>
                                        <p:attrNameLst>
                                          <p:attrName>style.visibility</p:attrName>
                                        </p:attrNameLst>
                                      </p:cBhvr>
                                      <p:to>
                                        <p:strVal val="visible"/>
                                      </p:to>
                                    </p:set>
                                    <p:anim calcmode="lin" valueType="num">
                                      <p:cBhvr additive="base">
                                        <p:cTn id="35" dur="500" fill="hold"/>
                                        <p:tgtEl>
                                          <p:spTgt spid="44">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4">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5">
                                            <p:txEl>
                                              <p:pRg st="0" end="0"/>
                                            </p:txEl>
                                          </p:spTgt>
                                        </p:tgtEl>
                                        <p:attrNameLst>
                                          <p:attrName>style.visibility</p:attrName>
                                        </p:attrNameLst>
                                      </p:cBhvr>
                                      <p:to>
                                        <p:strVal val="visible"/>
                                      </p:to>
                                    </p:set>
                                    <p:anim calcmode="lin" valueType="num">
                                      <p:cBhvr additive="base">
                                        <p:cTn id="39"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6">
                                            <p:txEl>
                                              <p:pRg st="0" end="0"/>
                                            </p:txEl>
                                          </p:spTgt>
                                        </p:tgtEl>
                                        <p:attrNameLst>
                                          <p:attrName>style.visibility</p:attrName>
                                        </p:attrNameLst>
                                      </p:cBhvr>
                                      <p:to>
                                        <p:strVal val="visible"/>
                                      </p:to>
                                    </p:set>
                                    <p:anim calcmode="lin" valueType="num">
                                      <p:cBhvr additive="base">
                                        <p:cTn id="43"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7">
                                            <p:txEl>
                                              <p:pRg st="0" end="0"/>
                                            </p:txEl>
                                          </p:spTgt>
                                        </p:tgtEl>
                                        <p:attrNameLst>
                                          <p:attrName>style.visibility</p:attrName>
                                        </p:attrNameLst>
                                      </p:cBhvr>
                                      <p:to>
                                        <p:strVal val="visible"/>
                                      </p:to>
                                    </p:set>
                                    <p:anim calcmode="lin" valueType="num">
                                      <p:cBhvr additive="base">
                                        <p:cTn id="61"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8">
                                            <p:txEl>
                                              <p:pRg st="0" end="0"/>
                                            </p:txEl>
                                          </p:spTgt>
                                        </p:tgtEl>
                                        <p:attrNameLst>
                                          <p:attrName>style.visibility</p:attrName>
                                        </p:attrNameLst>
                                      </p:cBhvr>
                                      <p:to>
                                        <p:strVal val="visible"/>
                                      </p:to>
                                    </p:set>
                                    <p:anim calcmode="lin" valueType="num">
                                      <p:cBhvr additive="base">
                                        <p:cTn id="65"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9">
                                            <p:txEl>
                                              <p:pRg st="0" end="0"/>
                                            </p:txEl>
                                          </p:spTgt>
                                        </p:tgtEl>
                                        <p:attrNameLst>
                                          <p:attrName>style.visibility</p:attrName>
                                        </p:attrNameLst>
                                      </p:cBhvr>
                                      <p:to>
                                        <p:strVal val="visible"/>
                                      </p:to>
                                    </p:set>
                                    <p:anim calcmode="lin" valueType="num">
                                      <p:cBhvr additive="base">
                                        <p:cTn id="69"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0">
                                            <p:txEl>
                                              <p:pRg st="0" end="0"/>
                                            </p:txEl>
                                          </p:spTgt>
                                        </p:tgtEl>
                                        <p:attrNameLst>
                                          <p:attrName>style.visibility</p:attrName>
                                        </p:attrNameLst>
                                      </p:cBhvr>
                                      <p:to>
                                        <p:strVal val="visible"/>
                                      </p:to>
                                    </p:set>
                                    <p:anim calcmode="lin" valueType="num">
                                      <p:cBhvr additive="base">
                                        <p:cTn id="73"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1">
                                            <p:txEl>
                                              <p:pRg st="0" end="0"/>
                                            </p:txEl>
                                          </p:spTgt>
                                        </p:tgtEl>
                                        <p:attrNameLst>
                                          <p:attrName>style.visibility</p:attrName>
                                        </p:attrNameLst>
                                      </p:cBhvr>
                                      <p:to>
                                        <p:strVal val="visible"/>
                                      </p:to>
                                    </p:set>
                                    <p:anim calcmode="lin" valueType="num">
                                      <p:cBhvr additive="base">
                                        <p:cTn id="91"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2">
                                            <p:txEl>
                                              <p:pRg st="0" end="0"/>
                                            </p:txEl>
                                          </p:spTgt>
                                        </p:tgtEl>
                                        <p:attrNameLst>
                                          <p:attrName>style.visibility</p:attrName>
                                        </p:attrNameLst>
                                      </p:cBhvr>
                                      <p:to>
                                        <p:strVal val="visible"/>
                                      </p:to>
                                    </p:set>
                                    <p:anim calcmode="lin" valueType="num">
                                      <p:cBhvr additive="base">
                                        <p:cTn id="95"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3">
                                            <p:txEl>
                                              <p:pRg st="0" end="0"/>
                                            </p:txEl>
                                          </p:spTgt>
                                        </p:tgtEl>
                                        <p:attrNameLst>
                                          <p:attrName>style.visibility</p:attrName>
                                        </p:attrNameLst>
                                      </p:cBhvr>
                                      <p:to>
                                        <p:strVal val="visible"/>
                                      </p:to>
                                    </p:set>
                                    <p:anim calcmode="lin" valueType="num">
                                      <p:cBhvr additive="base">
                                        <p:cTn id="99"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1"/>
                                        </p:tgtEl>
                                        <p:attrNameLst>
                                          <p:attrName>style.visibility</p:attrName>
                                        </p:attrNameLst>
                                      </p:cBhvr>
                                      <p:to>
                                        <p:strVal val="visible"/>
                                      </p:to>
                                    </p:set>
                                    <p:anim calcmode="lin" valueType="num">
                                      <p:cBhvr additive="base">
                                        <p:cTn id="103" dur="500" fill="hold"/>
                                        <p:tgtEl>
                                          <p:spTgt spid="21"/>
                                        </p:tgtEl>
                                        <p:attrNameLst>
                                          <p:attrName>ppt_x</p:attrName>
                                        </p:attrNameLst>
                                      </p:cBhvr>
                                      <p:tavLst>
                                        <p:tav tm="0">
                                          <p:val>
                                            <p:strVal val="#ppt_x"/>
                                          </p:val>
                                        </p:tav>
                                        <p:tav tm="100000">
                                          <p:val>
                                            <p:strVal val="#ppt_x"/>
                                          </p:val>
                                        </p:tav>
                                      </p:tavLst>
                                    </p:anim>
                                    <p:anim calcmode="lin" valueType="num">
                                      <p:cBhvr additive="base">
                                        <p:cTn id="104" dur="500" fill="hold"/>
                                        <p:tgtEl>
                                          <p:spTgt spid="2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54">
                                            <p:txEl>
                                              <p:pRg st="0" end="0"/>
                                            </p:txEl>
                                          </p:spTgt>
                                        </p:tgtEl>
                                        <p:attrNameLst>
                                          <p:attrName>style.visibility</p:attrName>
                                        </p:attrNameLst>
                                      </p:cBhvr>
                                      <p:to>
                                        <p:strVal val="visible"/>
                                      </p:to>
                                    </p:set>
                                    <p:anim calcmode="lin" valueType="num">
                                      <p:cBhvr additive="base">
                                        <p:cTn id="107"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5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5" grpId="0" build="p">
        <p:tmplLst>
          <p:tmpl lvl="1">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P spid="44" grpId="0" build="p">
        <p:tmplLst>
          <p:tmpl lvl="1">
            <p:tnLst>
              <p:par>
                <p:cTn presetID="2" presetClass="entr" presetSubtype="4" fill="hold" nodeType="withEffect">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ppt_x"/>
                          </p:val>
                        </p:tav>
                        <p:tav tm="100000">
                          <p:val>
                            <p:strVal val="#ppt_x"/>
                          </p:val>
                        </p:tav>
                      </p:tavLst>
                    </p:anim>
                    <p:anim calcmode="lin" valueType="num">
                      <p:cBhvr additive="base">
                        <p:cTn dur="500" fill="hold"/>
                        <p:tgtEl>
                          <p:spTgt spid="44"/>
                        </p:tgtEl>
                        <p:attrNameLst>
                          <p:attrName>ppt_y</p:attrName>
                        </p:attrNameLst>
                      </p:cBhvr>
                      <p:tavLst>
                        <p:tav tm="0">
                          <p:val>
                            <p:strVal val="1+#ppt_h/2"/>
                          </p:val>
                        </p:tav>
                        <p:tav tm="100000">
                          <p:val>
                            <p:strVal val="#ppt_y"/>
                          </p:val>
                        </p:tav>
                      </p:tavLst>
                    </p:anim>
                  </p:childTnLst>
                </p:cTn>
              </p:par>
            </p:tnLst>
          </p:tmpl>
        </p:tmplLst>
      </p:bldP>
      <p:bldP spid="45" grpId="0" build="p">
        <p:tmplLst>
          <p:tmpl lvl="1">
            <p:tnLst>
              <p:par>
                <p:cTn presetID="2" presetClass="entr" presetSubtype="4" fill="hold" nodeType="with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click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with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click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with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8" fill="hold" nodeType="click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0-#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74846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bg2">
              <a:lumMod val="40000"/>
              <a:lumOff val="6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bg2">
              <a:lumMod val="40000"/>
              <a:lumOff val="6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64077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formation </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186576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1" name="Espace réservé du texte 7">
            <a:extLst>
              <a:ext uri="{FF2B5EF4-FFF2-40B4-BE49-F238E27FC236}">
                <a16:creationId xmlns:a16="http://schemas.microsoft.com/office/drawing/2014/main" id="{8BC4CC5E-D951-48B4-8956-C45BB59A7AC3}"/>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formation </a:t>
            </a:r>
          </a:p>
        </p:txBody>
      </p:sp>
    </p:spTree>
    <p:extLst>
      <p:ext uri="{BB962C8B-B14F-4D97-AF65-F5344CB8AC3E}">
        <p14:creationId xmlns:p14="http://schemas.microsoft.com/office/powerpoint/2010/main" val="283269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615993"/>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648206"/>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648207"/>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2"/>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449683"/>
            <a:ext cx="1342132" cy="1499658"/>
          </a:xfrm>
          <a:prstGeom prst="rect">
            <a:avLst/>
          </a:prstGeom>
          <a:solidFill>
            <a:schemeClr val="accent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449684"/>
            <a:ext cx="1342132" cy="1499658"/>
          </a:xfrm>
          <a:prstGeom prst="rect">
            <a:avLst/>
          </a:prstGeom>
          <a:solidFill>
            <a:schemeClr val="accent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494962"/>
            <a:ext cx="1342132" cy="1499658"/>
          </a:xfrm>
          <a:prstGeom prst="rect">
            <a:avLst/>
          </a:prstGeom>
          <a:solidFill>
            <a:schemeClr val="accent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4" name="Espace réservé du texte 7">
            <a:extLst>
              <a:ext uri="{FF2B5EF4-FFF2-40B4-BE49-F238E27FC236}">
                <a16:creationId xmlns:a16="http://schemas.microsoft.com/office/drawing/2014/main" id="{7AC19EED-BC29-426F-AF43-8BFB997BDC38}"/>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formation </a:t>
            </a:r>
          </a:p>
        </p:txBody>
      </p:sp>
    </p:spTree>
    <p:extLst>
      <p:ext uri="{BB962C8B-B14F-4D97-AF65-F5344CB8AC3E}">
        <p14:creationId xmlns:p14="http://schemas.microsoft.com/office/powerpoint/2010/main" val="379127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8" name="Espace réservé du texte 7">
            <a:extLst>
              <a:ext uri="{FF2B5EF4-FFF2-40B4-BE49-F238E27FC236}">
                <a16:creationId xmlns:a16="http://schemas.microsoft.com/office/drawing/2014/main" id="{DA045184-D4A7-49AB-BCBF-4394793A2F7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formation </a:t>
            </a:r>
          </a:p>
        </p:txBody>
      </p:sp>
      <p:sp>
        <p:nvSpPr>
          <p:cNvPr id="46" name="Oval 28">
            <a:extLst>
              <a:ext uri="{FF2B5EF4-FFF2-40B4-BE49-F238E27FC236}">
                <a16:creationId xmlns:a16="http://schemas.microsoft.com/office/drawing/2014/main" id="{7F73FC6C-4A4E-4A3C-B26F-C7E66BF79FD2}"/>
              </a:ext>
            </a:extLst>
          </p:cNvPr>
          <p:cNvSpPr/>
          <p:nvPr userDrawn="1"/>
        </p:nvSpPr>
        <p:spPr>
          <a:xfrm>
            <a:off x="3009769" y="3178586"/>
            <a:ext cx="1134692" cy="2913299"/>
          </a:xfrm>
          <a:prstGeom prst="ellipse">
            <a:avLst/>
          </a:prstGeom>
          <a:solidFill>
            <a:schemeClr val="accent2"/>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47" name="Oval 30">
            <a:extLst>
              <a:ext uri="{FF2B5EF4-FFF2-40B4-BE49-F238E27FC236}">
                <a16:creationId xmlns:a16="http://schemas.microsoft.com/office/drawing/2014/main" id="{F9503808-C8C1-4F16-8300-FC96543C026C}"/>
              </a:ext>
            </a:extLst>
          </p:cNvPr>
          <p:cNvSpPr/>
          <p:nvPr userDrawn="1"/>
        </p:nvSpPr>
        <p:spPr>
          <a:xfrm>
            <a:off x="4274059" y="2790889"/>
            <a:ext cx="709107" cy="1820916"/>
          </a:xfrm>
          <a:prstGeom prst="ellipse">
            <a:avLst/>
          </a:prstGeom>
          <a:solidFill>
            <a:schemeClr val="bg1"/>
          </a:solidFill>
          <a:ln w="12700">
            <a:solidFill>
              <a:schemeClr val="tx2">
                <a:alpha val="79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48" name="Oval 28">
            <a:extLst>
              <a:ext uri="{FF2B5EF4-FFF2-40B4-BE49-F238E27FC236}">
                <a16:creationId xmlns:a16="http://schemas.microsoft.com/office/drawing/2014/main" id="{9A9A72D4-91A4-4310-8657-454B4345B6EC}"/>
              </a:ext>
            </a:extLst>
          </p:cNvPr>
          <p:cNvSpPr/>
          <p:nvPr userDrawn="1"/>
        </p:nvSpPr>
        <p:spPr>
          <a:xfrm>
            <a:off x="4061266" y="4979366"/>
            <a:ext cx="1134692" cy="2913299"/>
          </a:xfrm>
          <a:prstGeom prst="ellipse">
            <a:avLst/>
          </a:prstGeom>
          <a:solidFill>
            <a:schemeClr val="tx2"/>
          </a:solidFill>
          <a:ln>
            <a:solidFill>
              <a:schemeClr val="tx2"/>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49" name="Oval 28">
            <a:extLst>
              <a:ext uri="{FF2B5EF4-FFF2-40B4-BE49-F238E27FC236}">
                <a16:creationId xmlns:a16="http://schemas.microsoft.com/office/drawing/2014/main" id="{032385F5-F375-4F64-A783-CEFD3A429F09}"/>
              </a:ext>
            </a:extLst>
          </p:cNvPr>
          <p:cNvSpPr/>
          <p:nvPr userDrawn="1"/>
        </p:nvSpPr>
        <p:spPr>
          <a:xfrm>
            <a:off x="5195958" y="3183793"/>
            <a:ext cx="809202" cy="2077609"/>
          </a:xfrm>
          <a:prstGeom prst="ellipse">
            <a:avLst/>
          </a:prstGeom>
          <a:solidFill>
            <a:schemeClr val="accent4"/>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50" name="Oval 28">
            <a:extLst>
              <a:ext uri="{FF2B5EF4-FFF2-40B4-BE49-F238E27FC236}">
                <a16:creationId xmlns:a16="http://schemas.microsoft.com/office/drawing/2014/main" id="{4942DAAC-11B1-4BF5-A7E1-7D293CE62418}"/>
              </a:ext>
            </a:extLst>
          </p:cNvPr>
          <p:cNvSpPr/>
          <p:nvPr userDrawn="1"/>
        </p:nvSpPr>
        <p:spPr>
          <a:xfrm>
            <a:off x="5428669" y="5695949"/>
            <a:ext cx="576492" cy="1480131"/>
          </a:xfrm>
          <a:prstGeom prst="ellipse">
            <a:avLst/>
          </a:prstGeom>
          <a:solidFill>
            <a:schemeClr val="bg1"/>
          </a:solidFill>
          <a:ln>
            <a:solidFill>
              <a:schemeClr val="accent2"/>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51" name="Фигура">
            <a:extLst>
              <a:ext uri="{FF2B5EF4-FFF2-40B4-BE49-F238E27FC236}">
                <a16:creationId xmlns:a16="http://schemas.microsoft.com/office/drawing/2014/main" id="{BE2C347C-1A7C-4C5A-886B-6751C5711C80}"/>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52" name="Espace réservé du texte 18">
            <a:extLst>
              <a:ext uri="{FF2B5EF4-FFF2-40B4-BE49-F238E27FC236}">
                <a16:creationId xmlns:a16="http://schemas.microsoft.com/office/drawing/2014/main" id="{1938F0F7-4F60-47FA-A0E4-DD0C2649EC6A}"/>
              </a:ext>
            </a:extLst>
          </p:cNvPr>
          <p:cNvSpPr>
            <a:spLocks noGrp="1"/>
          </p:cNvSpPr>
          <p:nvPr>
            <p:ph type="body" sz="quarter" idx="14" hasCustomPrompt="1"/>
          </p:nvPr>
        </p:nvSpPr>
        <p:spPr>
          <a:xfrm>
            <a:off x="732143" y="3665959"/>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53" name="Espace réservé du texte 3">
            <a:extLst>
              <a:ext uri="{FF2B5EF4-FFF2-40B4-BE49-F238E27FC236}">
                <a16:creationId xmlns:a16="http://schemas.microsoft.com/office/drawing/2014/main" id="{F92032AC-5E2A-4875-9F4A-F88CD2E124C5}"/>
              </a:ext>
            </a:extLst>
          </p:cNvPr>
          <p:cNvSpPr>
            <a:spLocks noGrp="1"/>
          </p:cNvSpPr>
          <p:nvPr>
            <p:ph type="body" sz="quarter" idx="15"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54" name="Espace réservé du texte 3">
            <a:extLst>
              <a:ext uri="{FF2B5EF4-FFF2-40B4-BE49-F238E27FC236}">
                <a16:creationId xmlns:a16="http://schemas.microsoft.com/office/drawing/2014/main" id="{54D32440-BD1F-4F08-AB1B-527C76F9D273}"/>
              </a:ext>
            </a:extLst>
          </p:cNvPr>
          <p:cNvSpPr>
            <a:spLocks noGrp="1"/>
          </p:cNvSpPr>
          <p:nvPr>
            <p:ph type="body" sz="quarter" idx="16"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55" name="Espace réservé du texte 22">
            <a:extLst>
              <a:ext uri="{FF2B5EF4-FFF2-40B4-BE49-F238E27FC236}">
                <a16:creationId xmlns:a16="http://schemas.microsoft.com/office/drawing/2014/main" id="{7C46D290-4C63-4FA2-BC3F-E9B35ACF38CB}"/>
              </a:ext>
            </a:extLst>
          </p:cNvPr>
          <p:cNvSpPr>
            <a:spLocks noGrp="1"/>
          </p:cNvSpPr>
          <p:nvPr>
            <p:ph type="body" sz="quarter" idx="17"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56" name="Espace réservé du texte 24">
            <a:extLst>
              <a:ext uri="{FF2B5EF4-FFF2-40B4-BE49-F238E27FC236}">
                <a16:creationId xmlns:a16="http://schemas.microsoft.com/office/drawing/2014/main" id="{D025D895-120C-47ED-9BC4-68A16EC5E095}"/>
              </a:ext>
            </a:extLst>
          </p:cNvPr>
          <p:cNvSpPr>
            <a:spLocks noGrp="1"/>
          </p:cNvSpPr>
          <p:nvPr>
            <p:ph type="body" sz="quarter" idx="18"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chemeClr val="accent2"/>
                </a:solidFill>
                <a:latin typeface="Roboto Bk" pitchFamily="2" charset="0"/>
                <a:ea typeface="Roboto Bk" pitchFamily="2" charset="0"/>
              </a:defRPr>
            </a:lvl1pPr>
          </a:lstStyle>
          <a:p>
            <a:pPr lvl="0"/>
            <a:r>
              <a:rPr lang="fr-FR" dirty="0"/>
              <a:t>00</a:t>
            </a:r>
          </a:p>
        </p:txBody>
      </p:sp>
      <p:sp>
        <p:nvSpPr>
          <p:cNvPr id="57" name="Espace réservé du texte 26">
            <a:extLst>
              <a:ext uri="{FF2B5EF4-FFF2-40B4-BE49-F238E27FC236}">
                <a16:creationId xmlns:a16="http://schemas.microsoft.com/office/drawing/2014/main" id="{EF28CC34-DBE9-437D-9CB6-516ECE2551BB}"/>
              </a:ext>
            </a:extLst>
          </p:cNvPr>
          <p:cNvSpPr>
            <a:spLocks noGrp="1"/>
          </p:cNvSpPr>
          <p:nvPr>
            <p:ph type="body" sz="quarter" idx="19" hasCustomPrompt="1"/>
          </p:nvPr>
        </p:nvSpPr>
        <p:spPr>
          <a:xfrm>
            <a:off x="5521261" y="5955607"/>
            <a:ext cx="411659" cy="1032464"/>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chemeClr val="tx2"/>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333449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wipe(left)">
                                      <p:cBhvr>
                                        <p:cTn id="7" dur="500"/>
                                        <p:tgtEl>
                                          <p:spTgt spid="52">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left)">
                                      <p:cBhvr>
                                        <p:cTn id="10" dur="500"/>
                                        <p:tgtEl>
                                          <p:spTgt spid="5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3">
                                            <p:txEl>
                                              <p:pRg st="0" end="0"/>
                                            </p:txEl>
                                          </p:spTgt>
                                        </p:tgtEl>
                                        <p:attrNameLst>
                                          <p:attrName>style.visibility</p:attrName>
                                        </p:attrNameLst>
                                      </p:cBhvr>
                                      <p:to>
                                        <p:strVal val="visible"/>
                                      </p:to>
                                    </p:set>
                                    <p:animEffect transition="in" filter="fade">
                                      <p:cBhvr>
                                        <p:cTn id="15" dur="1000"/>
                                        <p:tgtEl>
                                          <p:spTgt spid="53">
                                            <p:txEl>
                                              <p:pRg st="0" end="0"/>
                                            </p:txEl>
                                          </p:spTgt>
                                        </p:tgtEl>
                                      </p:cBhvr>
                                    </p:animEffect>
                                    <p:anim calcmode="lin" valueType="num">
                                      <p:cBhvr>
                                        <p:cTn id="16" dur="1000" fill="hold"/>
                                        <p:tgtEl>
                                          <p:spTgt spid="5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3">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1000"/>
                                        <p:tgtEl>
                                          <p:spTgt spid="46"/>
                                        </p:tgtEl>
                                      </p:cBhvr>
                                    </p:animEffect>
                                    <p:anim calcmode="lin" valueType="num">
                                      <p:cBhvr>
                                        <p:cTn id="21" dur="1000" fill="hold"/>
                                        <p:tgtEl>
                                          <p:spTgt spid="46"/>
                                        </p:tgtEl>
                                        <p:attrNameLst>
                                          <p:attrName>ppt_x</p:attrName>
                                        </p:attrNameLst>
                                      </p:cBhvr>
                                      <p:tavLst>
                                        <p:tav tm="0">
                                          <p:val>
                                            <p:strVal val="#ppt_x"/>
                                          </p:val>
                                        </p:tav>
                                        <p:tav tm="100000">
                                          <p:val>
                                            <p:strVal val="#ppt_x"/>
                                          </p:val>
                                        </p:tav>
                                      </p:tavLst>
                                    </p:anim>
                                    <p:anim calcmode="lin" valueType="num">
                                      <p:cBhvr>
                                        <p:cTn id="2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6">
                                            <p:txEl>
                                              <p:pRg st="0" end="0"/>
                                            </p:txEl>
                                          </p:spTgt>
                                        </p:tgtEl>
                                        <p:attrNameLst>
                                          <p:attrName>style.visibility</p:attrName>
                                        </p:attrNameLst>
                                      </p:cBhvr>
                                      <p:to>
                                        <p:strVal val="visible"/>
                                      </p:to>
                                    </p:set>
                                    <p:animEffect transition="in" filter="fade">
                                      <p:cBhvr>
                                        <p:cTn id="27" dur="1000"/>
                                        <p:tgtEl>
                                          <p:spTgt spid="56">
                                            <p:txEl>
                                              <p:pRg st="0" end="0"/>
                                            </p:txEl>
                                          </p:spTgt>
                                        </p:tgtEl>
                                      </p:cBhvr>
                                    </p:animEffect>
                                    <p:anim calcmode="lin" valueType="num">
                                      <p:cBhvr>
                                        <p:cTn id="28" dur="1000" fill="hold"/>
                                        <p:tgtEl>
                                          <p:spTgt spid="56">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56">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1000"/>
                                        <p:tgtEl>
                                          <p:spTgt spid="47"/>
                                        </p:tgtEl>
                                      </p:cBhvr>
                                    </p:animEffect>
                                    <p:anim calcmode="lin" valueType="num">
                                      <p:cBhvr>
                                        <p:cTn id="33" dur="1000" fill="hold"/>
                                        <p:tgtEl>
                                          <p:spTgt spid="47"/>
                                        </p:tgtEl>
                                        <p:attrNameLst>
                                          <p:attrName>ppt_x</p:attrName>
                                        </p:attrNameLst>
                                      </p:cBhvr>
                                      <p:tavLst>
                                        <p:tav tm="0">
                                          <p:val>
                                            <p:strVal val="#ppt_x"/>
                                          </p:val>
                                        </p:tav>
                                        <p:tav tm="100000">
                                          <p:val>
                                            <p:strVal val="#ppt_x"/>
                                          </p:val>
                                        </p:tav>
                                      </p:tavLst>
                                    </p:anim>
                                    <p:anim calcmode="lin" valueType="num">
                                      <p:cBhvr>
                                        <p:cTn id="34"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4">
                                            <p:txEl>
                                              <p:pRg st="0" end="0"/>
                                            </p:txEl>
                                          </p:spTgt>
                                        </p:tgtEl>
                                        <p:attrNameLst>
                                          <p:attrName>style.visibility</p:attrName>
                                        </p:attrNameLst>
                                      </p:cBhvr>
                                      <p:to>
                                        <p:strVal val="visible"/>
                                      </p:to>
                                    </p:set>
                                    <p:animEffect transition="in" filter="fade">
                                      <p:cBhvr>
                                        <p:cTn id="39" dur="1000"/>
                                        <p:tgtEl>
                                          <p:spTgt spid="54">
                                            <p:txEl>
                                              <p:pRg st="0" end="0"/>
                                            </p:txEl>
                                          </p:spTgt>
                                        </p:tgtEl>
                                      </p:cBhvr>
                                    </p:animEffect>
                                    <p:anim calcmode="lin" valueType="num">
                                      <p:cBhvr>
                                        <p:cTn id="40" dur="1000" fill="hold"/>
                                        <p:tgtEl>
                                          <p:spTgt spid="54">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54">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1000"/>
                                        <p:tgtEl>
                                          <p:spTgt spid="48"/>
                                        </p:tgtEl>
                                      </p:cBhvr>
                                    </p:animEffect>
                                    <p:anim calcmode="lin" valueType="num">
                                      <p:cBhvr>
                                        <p:cTn id="45" dur="1000" fill="hold"/>
                                        <p:tgtEl>
                                          <p:spTgt spid="48"/>
                                        </p:tgtEl>
                                        <p:attrNameLst>
                                          <p:attrName>ppt_x</p:attrName>
                                        </p:attrNameLst>
                                      </p:cBhvr>
                                      <p:tavLst>
                                        <p:tav tm="0">
                                          <p:val>
                                            <p:strVal val="#ppt_x"/>
                                          </p:val>
                                        </p:tav>
                                        <p:tav tm="100000">
                                          <p:val>
                                            <p:strVal val="#ppt_x"/>
                                          </p:val>
                                        </p:tav>
                                      </p:tavLst>
                                    </p:anim>
                                    <p:anim calcmode="lin" valueType="num">
                                      <p:cBhvr>
                                        <p:cTn id="46"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55">
                                            <p:txEl>
                                              <p:pRg st="0" end="0"/>
                                            </p:txEl>
                                          </p:spTgt>
                                        </p:tgtEl>
                                        <p:attrNameLst>
                                          <p:attrName>style.visibility</p:attrName>
                                        </p:attrNameLst>
                                      </p:cBhvr>
                                      <p:to>
                                        <p:strVal val="visible"/>
                                      </p:to>
                                    </p:set>
                                    <p:animEffect transition="in" filter="fade">
                                      <p:cBhvr>
                                        <p:cTn id="51" dur="1000"/>
                                        <p:tgtEl>
                                          <p:spTgt spid="55">
                                            <p:txEl>
                                              <p:pRg st="0" end="0"/>
                                            </p:txEl>
                                          </p:spTgt>
                                        </p:tgtEl>
                                      </p:cBhvr>
                                    </p:animEffect>
                                    <p:anim calcmode="lin" valueType="num">
                                      <p:cBhvr>
                                        <p:cTn id="52" dur="10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55">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1000"/>
                                        <p:tgtEl>
                                          <p:spTgt spid="49"/>
                                        </p:tgtEl>
                                      </p:cBhvr>
                                    </p:animEffect>
                                    <p:anim calcmode="lin" valueType="num">
                                      <p:cBhvr>
                                        <p:cTn id="57" dur="1000" fill="hold"/>
                                        <p:tgtEl>
                                          <p:spTgt spid="49"/>
                                        </p:tgtEl>
                                        <p:attrNameLst>
                                          <p:attrName>ppt_x</p:attrName>
                                        </p:attrNameLst>
                                      </p:cBhvr>
                                      <p:tavLst>
                                        <p:tav tm="0">
                                          <p:val>
                                            <p:strVal val="#ppt_x"/>
                                          </p:val>
                                        </p:tav>
                                        <p:tav tm="100000">
                                          <p:val>
                                            <p:strVal val="#ppt_x"/>
                                          </p:val>
                                        </p:tav>
                                      </p:tavLst>
                                    </p:anim>
                                    <p:anim calcmode="lin" valueType="num">
                                      <p:cBhvr>
                                        <p:cTn id="58"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57">
                                            <p:txEl>
                                              <p:pRg st="0" end="0"/>
                                            </p:txEl>
                                          </p:spTgt>
                                        </p:tgtEl>
                                        <p:attrNameLst>
                                          <p:attrName>style.visibility</p:attrName>
                                        </p:attrNameLst>
                                      </p:cBhvr>
                                      <p:to>
                                        <p:strVal val="visible"/>
                                      </p:to>
                                    </p:set>
                                    <p:animEffect transition="in" filter="fade">
                                      <p:cBhvr>
                                        <p:cTn id="63" dur="1000"/>
                                        <p:tgtEl>
                                          <p:spTgt spid="57">
                                            <p:txEl>
                                              <p:pRg st="0" end="0"/>
                                            </p:txEl>
                                          </p:spTgt>
                                        </p:tgtEl>
                                      </p:cBhvr>
                                    </p:animEffect>
                                    <p:anim calcmode="lin" valueType="num">
                                      <p:cBhvr>
                                        <p:cTn id="64" dur="1000" fill="hold"/>
                                        <p:tgtEl>
                                          <p:spTgt spid="57">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57">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1000"/>
                                        <p:tgtEl>
                                          <p:spTgt spid="50"/>
                                        </p:tgtEl>
                                      </p:cBhvr>
                                    </p:animEffect>
                                    <p:anim calcmode="lin" valueType="num">
                                      <p:cBhvr>
                                        <p:cTn id="69" dur="1000" fill="hold"/>
                                        <p:tgtEl>
                                          <p:spTgt spid="50"/>
                                        </p:tgtEl>
                                        <p:attrNameLst>
                                          <p:attrName>ppt_x</p:attrName>
                                        </p:attrNameLst>
                                      </p:cBhvr>
                                      <p:tavLst>
                                        <p:tav tm="0">
                                          <p:val>
                                            <p:strVal val="#ppt_x"/>
                                          </p:val>
                                        </p:tav>
                                        <p:tav tm="100000">
                                          <p:val>
                                            <p:strVal val="#ppt_x"/>
                                          </p:val>
                                        </p:tav>
                                      </p:tavLst>
                                    </p:anim>
                                    <p:anim calcmode="lin" valueType="num">
                                      <p:cBhvr>
                                        <p:cTn id="70"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50" grpId="0" animBg="1"/>
      <p:bldP spid="51" grpId="0" animBg="1"/>
      <p:bldP spid="52" grpId="0" build="p">
        <p:tmplLst>
          <p:tmpl lvl="1">
            <p:tnLst>
              <p:par>
                <p:cTn presetID="22" presetClass="entr" presetSubtype="8" fill="hold" nodeType="click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left)">
                      <p:cBhvr>
                        <p:cTn dur="500"/>
                        <p:tgtEl>
                          <p:spTgt spid="52"/>
                        </p:tgtEl>
                      </p:cBhvr>
                    </p:animEffect>
                  </p:childTnLst>
                </p:cTn>
              </p:par>
            </p:tnLst>
          </p:tmpl>
        </p:tmplLst>
      </p:bldP>
      <p:bldP spid="53" grpId="0" build="p">
        <p:tmplLst>
          <p:tmpl lvl="1">
            <p:tnLst>
              <p:par>
                <p:cTn presetID="42" presetClass="entr" presetSubtype="0"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fade">
                      <p:cBhvr>
                        <p:cTn dur="1000"/>
                        <p:tgtEl>
                          <p:spTgt spid="53"/>
                        </p:tgtEl>
                      </p:cBhvr>
                    </p:animEffect>
                    <p:anim calcmode="lin" valueType="num">
                      <p:cBhvr>
                        <p:cTn dur="1000" fill="hold"/>
                        <p:tgtEl>
                          <p:spTgt spid="53"/>
                        </p:tgtEl>
                        <p:attrNameLst>
                          <p:attrName>ppt_x</p:attrName>
                        </p:attrNameLst>
                      </p:cBhvr>
                      <p:tavLst>
                        <p:tav tm="0">
                          <p:val>
                            <p:strVal val="#ppt_x"/>
                          </p:val>
                        </p:tav>
                        <p:tav tm="100000">
                          <p:val>
                            <p:strVal val="#ppt_x"/>
                          </p:val>
                        </p:tav>
                      </p:tavLst>
                    </p:anim>
                    <p:anim calcmode="lin" valueType="num">
                      <p:cBhvr>
                        <p:cTn dur="1000" fill="hold"/>
                        <p:tgtEl>
                          <p:spTgt spid="53"/>
                        </p:tgtEl>
                        <p:attrNameLst>
                          <p:attrName>ppt_y</p:attrName>
                        </p:attrNameLst>
                      </p:cBhvr>
                      <p:tavLst>
                        <p:tav tm="0">
                          <p:val>
                            <p:strVal val="#ppt_y+.1"/>
                          </p:val>
                        </p:tav>
                        <p:tav tm="100000">
                          <p:val>
                            <p:strVal val="#ppt_y"/>
                          </p:val>
                        </p:tav>
                      </p:tavLst>
                    </p:anim>
                  </p:childTnLst>
                </p:cTn>
              </p:par>
            </p:tnLst>
          </p:tmpl>
        </p:tmplLst>
      </p:bldP>
      <p:bldP spid="54" grpId="0" build="p">
        <p:tmplLst>
          <p:tmpl lvl="1">
            <p:tnLst>
              <p:par>
                <p:cTn presetID="42" presetClass="entr" presetSubtype="0" fill="hold" nodeType="click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1000"/>
                        <p:tgtEl>
                          <p:spTgt spid="54"/>
                        </p:tgtEl>
                      </p:cBhvr>
                    </p:animEffect>
                    <p:anim calcmode="lin" valueType="num">
                      <p:cBhvr>
                        <p:cTn dur="1000" fill="hold"/>
                        <p:tgtEl>
                          <p:spTgt spid="54"/>
                        </p:tgtEl>
                        <p:attrNameLst>
                          <p:attrName>ppt_x</p:attrName>
                        </p:attrNameLst>
                      </p:cBhvr>
                      <p:tavLst>
                        <p:tav tm="0">
                          <p:val>
                            <p:strVal val="#ppt_x"/>
                          </p:val>
                        </p:tav>
                        <p:tav tm="100000">
                          <p:val>
                            <p:strVal val="#ppt_x"/>
                          </p:val>
                        </p:tav>
                      </p:tavLst>
                    </p:anim>
                    <p:anim calcmode="lin" valueType="num">
                      <p:cBhvr>
                        <p:cTn dur="1000" fill="hold"/>
                        <p:tgtEl>
                          <p:spTgt spid="54"/>
                        </p:tgtEl>
                        <p:attrNameLst>
                          <p:attrName>ppt_y</p:attrName>
                        </p:attrNameLst>
                      </p:cBhvr>
                      <p:tavLst>
                        <p:tav tm="0">
                          <p:val>
                            <p:strVal val="#ppt_y+.1"/>
                          </p:val>
                        </p:tav>
                        <p:tav tm="100000">
                          <p:val>
                            <p:strVal val="#ppt_y"/>
                          </p:val>
                        </p:tav>
                      </p:tavLst>
                    </p:anim>
                  </p:childTnLst>
                </p:cTn>
              </p:par>
            </p:tnLst>
          </p:tmpl>
        </p:tmplLst>
      </p:bldP>
      <p:bldP spid="55" grpId="0" build="p">
        <p:tmplLst>
          <p:tmpl lvl="1">
            <p:tnLst>
              <p:par>
                <p:cTn presetID="42" presetClass="entr" presetSubtype="0" fill="hold" nodeType="click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1000"/>
                        <p:tgtEl>
                          <p:spTgt spid="55"/>
                        </p:tgtEl>
                      </p:cBhvr>
                    </p:animEffect>
                    <p:anim calcmode="lin" valueType="num">
                      <p:cBhvr>
                        <p:cTn dur="1000" fill="hold"/>
                        <p:tgtEl>
                          <p:spTgt spid="55"/>
                        </p:tgtEl>
                        <p:attrNameLst>
                          <p:attrName>ppt_x</p:attrName>
                        </p:attrNameLst>
                      </p:cBhvr>
                      <p:tavLst>
                        <p:tav tm="0">
                          <p:val>
                            <p:strVal val="#ppt_x"/>
                          </p:val>
                        </p:tav>
                        <p:tav tm="100000">
                          <p:val>
                            <p:strVal val="#ppt_x"/>
                          </p:val>
                        </p:tav>
                      </p:tavLst>
                    </p:anim>
                    <p:anim calcmode="lin" valueType="num">
                      <p:cBhvr>
                        <p:cTn dur="1000" fill="hold"/>
                        <p:tgtEl>
                          <p:spTgt spid="55"/>
                        </p:tgtEl>
                        <p:attrNameLst>
                          <p:attrName>ppt_y</p:attrName>
                        </p:attrNameLst>
                      </p:cBhvr>
                      <p:tavLst>
                        <p:tav tm="0">
                          <p:val>
                            <p:strVal val="#ppt_y+.1"/>
                          </p:val>
                        </p:tav>
                        <p:tav tm="100000">
                          <p:val>
                            <p:strVal val="#ppt_y"/>
                          </p:val>
                        </p:tav>
                      </p:tavLst>
                    </p:anim>
                  </p:childTnLst>
                </p:cTn>
              </p:par>
            </p:tnLst>
          </p:tmpl>
        </p:tmplLst>
      </p:bldP>
      <p:bldP spid="56" grpId="0" build="p">
        <p:tmplLst>
          <p:tmpl lvl="1">
            <p:tnLst>
              <p:par>
                <p:cTn presetID="42" presetClass="entr" presetSubtype="0" fill="hold" nodeType="click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1000"/>
                        <p:tgtEl>
                          <p:spTgt spid="56"/>
                        </p:tgtEl>
                      </p:cBhvr>
                    </p:animEffect>
                    <p:anim calcmode="lin" valueType="num">
                      <p:cBhvr>
                        <p:cTn dur="1000" fill="hold"/>
                        <p:tgtEl>
                          <p:spTgt spid="56"/>
                        </p:tgtEl>
                        <p:attrNameLst>
                          <p:attrName>ppt_x</p:attrName>
                        </p:attrNameLst>
                      </p:cBhvr>
                      <p:tavLst>
                        <p:tav tm="0">
                          <p:val>
                            <p:strVal val="#ppt_x"/>
                          </p:val>
                        </p:tav>
                        <p:tav tm="100000">
                          <p:val>
                            <p:strVal val="#ppt_x"/>
                          </p:val>
                        </p:tav>
                      </p:tavLst>
                    </p:anim>
                    <p:anim calcmode="lin" valueType="num">
                      <p:cBhvr>
                        <p:cTn dur="1000" fill="hold"/>
                        <p:tgtEl>
                          <p:spTgt spid="56"/>
                        </p:tgtEl>
                        <p:attrNameLst>
                          <p:attrName>ppt_y</p:attrName>
                        </p:attrNameLst>
                      </p:cBhvr>
                      <p:tavLst>
                        <p:tav tm="0">
                          <p:val>
                            <p:strVal val="#ppt_y+.1"/>
                          </p:val>
                        </p:tav>
                        <p:tav tm="100000">
                          <p:val>
                            <p:strVal val="#ppt_y"/>
                          </p:val>
                        </p:tav>
                      </p:tavLst>
                    </p:anim>
                  </p:childTnLst>
                </p:cTn>
              </p:par>
            </p:tnLst>
          </p:tmpl>
        </p:tmplLst>
      </p:bldP>
      <p:bldP spid="57" grpId="0" build="p">
        <p:tmplLst>
          <p:tmpl lvl="1">
            <p:tnLst>
              <p:par>
                <p:cTn presetID="42" presetClass="entr" presetSubtype="0"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fade">
                      <p:cBhvr>
                        <p:cTn dur="1000"/>
                        <p:tgtEl>
                          <p:spTgt spid="57"/>
                        </p:tgtEl>
                      </p:cBhvr>
                    </p:animEffect>
                    <p:anim calcmode="lin" valueType="num">
                      <p:cBhvr>
                        <p:cTn dur="1000" fill="hold"/>
                        <p:tgtEl>
                          <p:spTgt spid="57"/>
                        </p:tgtEl>
                        <p:attrNameLst>
                          <p:attrName>ppt_x</p:attrName>
                        </p:attrNameLst>
                      </p:cBhvr>
                      <p:tavLst>
                        <p:tav tm="0">
                          <p:val>
                            <p:strVal val="#ppt_x"/>
                          </p:val>
                        </p:tav>
                        <p:tav tm="100000">
                          <p:val>
                            <p:strVal val="#ppt_x"/>
                          </p:val>
                        </p:tav>
                      </p:tavLst>
                    </p:anim>
                    <p:anim calcmode="lin" valueType="num">
                      <p:cBhvr>
                        <p:cTn dur="1000" fill="hold"/>
                        <p:tgtEl>
                          <p:spTgt spid="57"/>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chemeClr val="tx2"/>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2"/>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alpha val="64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4">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3" name="Espace réservé du texte 7">
            <a:extLst>
              <a:ext uri="{FF2B5EF4-FFF2-40B4-BE49-F238E27FC236}">
                <a16:creationId xmlns:a16="http://schemas.microsoft.com/office/drawing/2014/main" id="{7FF05827-273A-479A-A909-2A2861EA190D}"/>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formation </a:t>
            </a:r>
          </a:p>
        </p:txBody>
      </p:sp>
      <p:sp>
        <p:nvSpPr>
          <p:cNvPr id="45" name="Espace réservé du texte 4">
            <a:extLst>
              <a:ext uri="{FF2B5EF4-FFF2-40B4-BE49-F238E27FC236}">
                <a16:creationId xmlns:a16="http://schemas.microsoft.com/office/drawing/2014/main" id="{306801E2-4BC8-4F20-A804-6DCFAA688ED2}"/>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4C2265A7-E833-48A0-9A69-3C3F469F582B}"/>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9A3F1504-6033-41E5-AA00-C4C1C2CCAD22}"/>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B07A86A1-717B-44CF-B3B2-68BB0DB10B93}"/>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F9D36C7E-2EEA-464D-ABF7-4F1D895981FB}"/>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0C87C2E6-EA81-4471-86E2-25B74DE3447E}"/>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F4B390D1-A6D2-4FB3-A278-6F2ECD3B2A39}"/>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1BD787D7-EA67-47E6-A986-0FE6DA586B86}"/>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304E2EE0-B6B9-4831-A5A1-A11F9A10BC97}"/>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921C10F3-080D-479E-8D43-DD681F25EDF4}"/>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4DF19904-7DB9-4314-9838-26106E81A10E}"/>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D4FC467B-7AD1-4EC8-BB59-9B5313A3422F}"/>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7" name="Espace réservé du texte 4">
            <a:extLst>
              <a:ext uri="{FF2B5EF4-FFF2-40B4-BE49-F238E27FC236}">
                <a16:creationId xmlns:a16="http://schemas.microsoft.com/office/drawing/2014/main" id="{62F56490-9BC2-4108-A305-69FD8BC832A0}"/>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67106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 calcmode="lin" valueType="num">
                                      <p:cBhvr additive="base">
                                        <p:cTn id="7"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ppt_x"/>
                                          </p:val>
                                        </p:tav>
                                        <p:tav tm="100000">
                                          <p:val>
                                            <p:strVal val="#ppt_x"/>
                                          </p:val>
                                        </p:tav>
                                      </p:tavLst>
                                    </p:anim>
                                    <p:anim calcmode="lin" valueType="num">
                                      <p:cBhvr additive="base">
                                        <p:cTn id="40" dur="500" fill="hold"/>
                                        <p:tgtEl>
                                          <p:spTgt spid="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7">
                                            <p:txEl>
                                              <p:pRg st="0" end="0"/>
                                            </p:txEl>
                                          </p:spTgt>
                                        </p:tgtEl>
                                        <p:attrNameLst>
                                          <p:attrName>style.visibility</p:attrName>
                                        </p:attrNameLst>
                                      </p:cBhvr>
                                      <p:to>
                                        <p:strVal val="visible"/>
                                      </p:to>
                                    </p:set>
                                    <p:anim calcmode="lin" valueType="num">
                                      <p:cBhvr additive="base">
                                        <p:cTn id="43"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8">
                                            <p:txEl>
                                              <p:pRg st="0" end="0"/>
                                            </p:txEl>
                                          </p:spTgt>
                                        </p:tgtEl>
                                        <p:attrNameLst>
                                          <p:attrName>style.visibility</p:attrName>
                                        </p:attrNameLst>
                                      </p:cBhvr>
                                      <p:to>
                                        <p:strVal val="visible"/>
                                      </p:to>
                                    </p:set>
                                    <p:anim calcmode="lin" valueType="num">
                                      <p:cBhvr additive="base">
                                        <p:cTn id="47"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2">
                                            <p:txEl>
                                              <p:pRg st="0" end="0"/>
                                            </p:txEl>
                                          </p:spTgt>
                                        </p:tgtEl>
                                        <p:attrNameLst>
                                          <p:attrName>style.visibility</p:attrName>
                                        </p:attrNameLst>
                                      </p:cBhvr>
                                      <p:to>
                                        <p:strVal val="visible"/>
                                      </p:to>
                                    </p:set>
                                    <p:anim calcmode="lin" valueType="num">
                                      <p:cBhvr additive="base">
                                        <p:cTn id="73"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7" grpId="0" build="p">
        <p:tmplLst>
          <p:tmpl lvl="1">
            <p:tnLst>
              <p:par>
                <p:cTn presetID="2" presetClass="entr" presetSubtype="8"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224756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accent2">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accent2">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texte 7">
            <a:extLst>
              <a:ext uri="{FF2B5EF4-FFF2-40B4-BE49-F238E27FC236}">
                <a16:creationId xmlns:a16="http://schemas.microsoft.com/office/drawing/2014/main" id="{0768C884-1278-4D0A-BD4C-F16FCBB24E2A}"/>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animation </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Tree>
    <p:extLst>
      <p:ext uri="{BB962C8B-B14F-4D97-AF65-F5344CB8AC3E}">
        <p14:creationId xmlns:p14="http://schemas.microsoft.com/office/powerpoint/2010/main" val="75970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414542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Espace réservé du texte 7">
            <a:extLst>
              <a:ext uri="{FF2B5EF4-FFF2-40B4-BE49-F238E27FC236}">
                <a16:creationId xmlns:a16="http://schemas.microsoft.com/office/drawing/2014/main" id="{4EA8A553-FF0C-42FF-8723-756302D494D3}"/>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Tree>
    <p:extLst>
      <p:ext uri="{BB962C8B-B14F-4D97-AF65-F5344CB8AC3E}">
        <p14:creationId xmlns:p14="http://schemas.microsoft.com/office/powerpoint/2010/main" val="71751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591809"/>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35B6B4"/>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624022"/>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35B6B4"/>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624023"/>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35B6B4"/>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231232"/>
            <a:ext cx="1342132" cy="1499658"/>
          </a:xfrm>
          <a:prstGeom prst="rect">
            <a:avLst/>
          </a:prstGeom>
          <a:solidFill>
            <a:schemeClr val="accent4">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231234"/>
            <a:ext cx="1342132" cy="1499658"/>
          </a:xfrm>
          <a:prstGeom prst="rect">
            <a:avLst/>
          </a:prstGeom>
          <a:solidFill>
            <a:schemeClr val="accent4">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276511"/>
            <a:ext cx="1342132" cy="1499658"/>
          </a:xfrm>
          <a:prstGeom prst="rect">
            <a:avLst/>
          </a:prstGeom>
          <a:solidFill>
            <a:schemeClr val="accent4">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5" name="Espace réservé du texte 7">
            <a:extLst>
              <a:ext uri="{FF2B5EF4-FFF2-40B4-BE49-F238E27FC236}">
                <a16:creationId xmlns:a16="http://schemas.microsoft.com/office/drawing/2014/main" id="{FF4D5957-67F7-48DE-AF76-415BCF84A49E}"/>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Tree>
    <p:extLst>
      <p:ext uri="{BB962C8B-B14F-4D97-AF65-F5344CB8AC3E}">
        <p14:creationId xmlns:p14="http://schemas.microsoft.com/office/powerpoint/2010/main" val="138792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20" name="Espace réservé du texte 7">
            <a:extLst>
              <a:ext uri="{FF2B5EF4-FFF2-40B4-BE49-F238E27FC236}">
                <a16:creationId xmlns:a16="http://schemas.microsoft.com/office/drawing/2014/main" id="{2703251D-76E8-4D6B-9150-149E73CCE47C}"/>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
        <p:nvSpPr>
          <p:cNvPr id="22" name="Oval 28">
            <a:extLst>
              <a:ext uri="{FF2B5EF4-FFF2-40B4-BE49-F238E27FC236}">
                <a16:creationId xmlns:a16="http://schemas.microsoft.com/office/drawing/2014/main" id="{DD9EC7B2-E079-4423-94BA-DFB524FB1F36}"/>
              </a:ext>
            </a:extLst>
          </p:cNvPr>
          <p:cNvSpPr/>
          <p:nvPr userDrawn="1"/>
        </p:nvSpPr>
        <p:spPr>
          <a:xfrm>
            <a:off x="3009769" y="3178586"/>
            <a:ext cx="1134692" cy="2913299"/>
          </a:xfrm>
          <a:prstGeom prst="ellipse">
            <a:avLst/>
          </a:prstGeom>
          <a:solidFill>
            <a:srgbClr val="2EB5B2"/>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3" name="Oval 30">
            <a:extLst>
              <a:ext uri="{FF2B5EF4-FFF2-40B4-BE49-F238E27FC236}">
                <a16:creationId xmlns:a16="http://schemas.microsoft.com/office/drawing/2014/main" id="{E8DF0118-D062-4C58-A042-AC2B52D91AD4}"/>
              </a:ext>
            </a:extLst>
          </p:cNvPr>
          <p:cNvSpPr/>
          <p:nvPr userDrawn="1"/>
        </p:nvSpPr>
        <p:spPr>
          <a:xfrm>
            <a:off x="4274059" y="2790889"/>
            <a:ext cx="709107" cy="1820916"/>
          </a:xfrm>
          <a:prstGeom prst="ellipse">
            <a:avLst/>
          </a:prstGeom>
          <a:solidFill>
            <a:schemeClr val="bg1"/>
          </a:solidFill>
          <a:ln w="12700">
            <a:solidFill>
              <a:srgbClr val="35B6B4">
                <a:alpha val="79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24" name="Oval 28">
            <a:extLst>
              <a:ext uri="{FF2B5EF4-FFF2-40B4-BE49-F238E27FC236}">
                <a16:creationId xmlns:a16="http://schemas.microsoft.com/office/drawing/2014/main" id="{D9389ECE-D929-46BE-A083-1A46FBF49489}"/>
              </a:ext>
            </a:extLst>
          </p:cNvPr>
          <p:cNvSpPr/>
          <p:nvPr userDrawn="1"/>
        </p:nvSpPr>
        <p:spPr>
          <a:xfrm>
            <a:off x="4061266" y="4979366"/>
            <a:ext cx="1134692" cy="2913299"/>
          </a:xfrm>
          <a:prstGeom prst="ellipse">
            <a:avLst/>
          </a:prstGeom>
          <a:solidFill>
            <a:srgbClr val="AC6DA6"/>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5" name="Oval 28">
            <a:extLst>
              <a:ext uri="{FF2B5EF4-FFF2-40B4-BE49-F238E27FC236}">
                <a16:creationId xmlns:a16="http://schemas.microsoft.com/office/drawing/2014/main" id="{E8786792-081F-4749-8D5A-72AF607E6A30}"/>
              </a:ext>
            </a:extLst>
          </p:cNvPr>
          <p:cNvSpPr/>
          <p:nvPr userDrawn="1"/>
        </p:nvSpPr>
        <p:spPr>
          <a:xfrm>
            <a:off x="5195958" y="3183793"/>
            <a:ext cx="809202" cy="2077609"/>
          </a:xfrm>
          <a:prstGeom prst="ellipse">
            <a:avLst/>
          </a:prstGeom>
          <a:solidFill>
            <a:srgbClr val="2EB5B2"/>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6" name="Oval 28">
            <a:extLst>
              <a:ext uri="{FF2B5EF4-FFF2-40B4-BE49-F238E27FC236}">
                <a16:creationId xmlns:a16="http://schemas.microsoft.com/office/drawing/2014/main" id="{524A45A1-945F-42BA-B3A6-64E71545B21B}"/>
              </a:ext>
            </a:extLst>
          </p:cNvPr>
          <p:cNvSpPr/>
          <p:nvPr userDrawn="1"/>
        </p:nvSpPr>
        <p:spPr>
          <a:xfrm>
            <a:off x="5428669" y="5695949"/>
            <a:ext cx="576492" cy="1480131"/>
          </a:xfrm>
          <a:prstGeom prst="ellipse">
            <a:avLst/>
          </a:prstGeom>
          <a:solidFill>
            <a:schemeClr val="bg1"/>
          </a:solidFill>
          <a:ln>
            <a:solidFill>
              <a:schemeClr val="accent4"/>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27" name="Фигура">
            <a:extLst>
              <a:ext uri="{FF2B5EF4-FFF2-40B4-BE49-F238E27FC236}">
                <a16:creationId xmlns:a16="http://schemas.microsoft.com/office/drawing/2014/main" id="{1CE73DBE-BB8E-423C-B295-0E04671007E3}"/>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4">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28" name="Espace réservé du texte 18">
            <a:extLst>
              <a:ext uri="{FF2B5EF4-FFF2-40B4-BE49-F238E27FC236}">
                <a16:creationId xmlns:a16="http://schemas.microsoft.com/office/drawing/2014/main" id="{1A1A4849-72CC-4BE5-8DCF-4BC1F122CC7F}"/>
              </a:ext>
            </a:extLst>
          </p:cNvPr>
          <p:cNvSpPr>
            <a:spLocks noGrp="1"/>
          </p:cNvSpPr>
          <p:nvPr>
            <p:ph type="body" sz="quarter" idx="14" hasCustomPrompt="1"/>
          </p:nvPr>
        </p:nvSpPr>
        <p:spPr>
          <a:xfrm>
            <a:off x="732143" y="3665959"/>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29" name="Espace réservé du texte 3">
            <a:extLst>
              <a:ext uri="{FF2B5EF4-FFF2-40B4-BE49-F238E27FC236}">
                <a16:creationId xmlns:a16="http://schemas.microsoft.com/office/drawing/2014/main" id="{DD2813B0-13B2-460D-BD95-22C78E0DF5C4}"/>
              </a:ext>
            </a:extLst>
          </p:cNvPr>
          <p:cNvSpPr>
            <a:spLocks noGrp="1"/>
          </p:cNvSpPr>
          <p:nvPr>
            <p:ph type="body" sz="quarter" idx="15"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30" name="Espace réservé du texte 3">
            <a:extLst>
              <a:ext uri="{FF2B5EF4-FFF2-40B4-BE49-F238E27FC236}">
                <a16:creationId xmlns:a16="http://schemas.microsoft.com/office/drawing/2014/main" id="{984DCD6A-34E9-4637-9772-559864C2C19E}"/>
              </a:ext>
            </a:extLst>
          </p:cNvPr>
          <p:cNvSpPr>
            <a:spLocks noGrp="1"/>
          </p:cNvSpPr>
          <p:nvPr>
            <p:ph type="body" sz="quarter" idx="16"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31" name="Espace réservé du texte 22">
            <a:extLst>
              <a:ext uri="{FF2B5EF4-FFF2-40B4-BE49-F238E27FC236}">
                <a16:creationId xmlns:a16="http://schemas.microsoft.com/office/drawing/2014/main" id="{40850571-7D5B-4169-901C-6E141811462E}"/>
              </a:ext>
            </a:extLst>
          </p:cNvPr>
          <p:cNvSpPr>
            <a:spLocks noGrp="1"/>
          </p:cNvSpPr>
          <p:nvPr>
            <p:ph type="body" sz="quarter" idx="17"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32" name="Espace réservé du texte 24">
            <a:extLst>
              <a:ext uri="{FF2B5EF4-FFF2-40B4-BE49-F238E27FC236}">
                <a16:creationId xmlns:a16="http://schemas.microsoft.com/office/drawing/2014/main" id="{F68E1C0E-1D6D-4682-B643-F9F067A1AB35}"/>
              </a:ext>
            </a:extLst>
          </p:cNvPr>
          <p:cNvSpPr>
            <a:spLocks noGrp="1"/>
          </p:cNvSpPr>
          <p:nvPr>
            <p:ph type="body" sz="quarter" idx="18"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chemeClr val="accent4"/>
                </a:solidFill>
                <a:latin typeface="Roboto Bk" pitchFamily="2" charset="0"/>
                <a:ea typeface="Roboto Bk" pitchFamily="2" charset="0"/>
              </a:defRPr>
            </a:lvl1pPr>
          </a:lstStyle>
          <a:p>
            <a:pPr lvl="0"/>
            <a:r>
              <a:rPr lang="fr-FR" dirty="0"/>
              <a:t>00</a:t>
            </a:r>
          </a:p>
        </p:txBody>
      </p:sp>
      <p:sp>
        <p:nvSpPr>
          <p:cNvPr id="33" name="Espace réservé du texte 26">
            <a:extLst>
              <a:ext uri="{FF2B5EF4-FFF2-40B4-BE49-F238E27FC236}">
                <a16:creationId xmlns:a16="http://schemas.microsoft.com/office/drawing/2014/main" id="{919A1341-EE18-4499-B483-40918EC19231}"/>
              </a:ext>
            </a:extLst>
          </p:cNvPr>
          <p:cNvSpPr>
            <a:spLocks noGrp="1"/>
          </p:cNvSpPr>
          <p:nvPr>
            <p:ph type="body" sz="quarter" idx="19" hasCustomPrompt="1"/>
          </p:nvPr>
        </p:nvSpPr>
        <p:spPr>
          <a:xfrm>
            <a:off x="5521261" y="5955607"/>
            <a:ext cx="411659" cy="1032464"/>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rgbClr val="35B6B4"/>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426394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animEffect transition="in" filter="fade">
                                      <p:cBhvr>
                                        <p:cTn id="15" dur="1000"/>
                                        <p:tgtEl>
                                          <p:spTgt spid="29">
                                            <p:txEl>
                                              <p:pRg st="0" end="0"/>
                                            </p:txEl>
                                          </p:spTgt>
                                        </p:tgtEl>
                                      </p:cBhvr>
                                    </p:animEffect>
                                    <p:anim calcmode="lin" valueType="num">
                                      <p:cBhvr>
                                        <p:cTn id="16"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29">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anim calcmode="lin" valueType="num">
                                      <p:cBhvr>
                                        <p:cTn id="21" dur="1000" fill="hold"/>
                                        <p:tgtEl>
                                          <p:spTgt spid="22"/>
                                        </p:tgtEl>
                                        <p:attrNameLst>
                                          <p:attrName>ppt_x</p:attrName>
                                        </p:attrNameLst>
                                      </p:cBhvr>
                                      <p:tavLst>
                                        <p:tav tm="0">
                                          <p:val>
                                            <p:strVal val="#ppt_x"/>
                                          </p:val>
                                        </p:tav>
                                        <p:tav tm="100000">
                                          <p:val>
                                            <p:strVal val="#ppt_x"/>
                                          </p:val>
                                        </p:tav>
                                      </p:tavLst>
                                    </p:anim>
                                    <p:anim calcmode="lin" valueType="num">
                                      <p:cBhvr>
                                        <p:cTn id="2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Effect transition="in" filter="fade">
                                      <p:cBhvr>
                                        <p:cTn id="27" dur="1000"/>
                                        <p:tgtEl>
                                          <p:spTgt spid="32">
                                            <p:txEl>
                                              <p:pRg st="0" end="0"/>
                                            </p:txEl>
                                          </p:spTgt>
                                        </p:tgtEl>
                                      </p:cBhvr>
                                    </p:animEffect>
                                    <p:anim calcmode="lin" valueType="num">
                                      <p:cBhvr>
                                        <p:cTn id="28"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animEffect transition="in" filter="fade">
                                      <p:cBhvr>
                                        <p:cTn id="39" dur="1000"/>
                                        <p:tgtEl>
                                          <p:spTgt spid="30">
                                            <p:txEl>
                                              <p:pRg st="0" end="0"/>
                                            </p:txEl>
                                          </p:spTgt>
                                        </p:tgtEl>
                                      </p:cBhvr>
                                    </p:animEffect>
                                    <p:anim calcmode="lin" valueType="num">
                                      <p:cBhvr>
                                        <p:cTn id="40"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30">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1">
                                            <p:txEl>
                                              <p:pRg st="0" end="0"/>
                                            </p:txEl>
                                          </p:spTgt>
                                        </p:tgtEl>
                                        <p:attrNameLst>
                                          <p:attrName>style.visibility</p:attrName>
                                        </p:attrNameLst>
                                      </p:cBhvr>
                                      <p:to>
                                        <p:strVal val="visible"/>
                                      </p:to>
                                    </p:set>
                                    <p:animEffect transition="in" filter="fade">
                                      <p:cBhvr>
                                        <p:cTn id="51" dur="1000"/>
                                        <p:tgtEl>
                                          <p:spTgt spid="31">
                                            <p:txEl>
                                              <p:pRg st="0" end="0"/>
                                            </p:txEl>
                                          </p:spTgt>
                                        </p:tgtEl>
                                      </p:cBhvr>
                                    </p:animEffect>
                                    <p:anim calcmode="lin" valueType="num">
                                      <p:cBhvr>
                                        <p:cTn id="52"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31">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1000"/>
                                        <p:tgtEl>
                                          <p:spTgt spid="25"/>
                                        </p:tgtEl>
                                      </p:cBhvr>
                                    </p:animEffect>
                                    <p:anim calcmode="lin" valueType="num">
                                      <p:cBhvr>
                                        <p:cTn id="57" dur="1000" fill="hold"/>
                                        <p:tgtEl>
                                          <p:spTgt spid="25"/>
                                        </p:tgtEl>
                                        <p:attrNameLst>
                                          <p:attrName>ppt_x</p:attrName>
                                        </p:attrNameLst>
                                      </p:cBhvr>
                                      <p:tavLst>
                                        <p:tav tm="0">
                                          <p:val>
                                            <p:strVal val="#ppt_x"/>
                                          </p:val>
                                        </p:tav>
                                        <p:tav tm="100000">
                                          <p:val>
                                            <p:strVal val="#ppt_x"/>
                                          </p:val>
                                        </p:tav>
                                      </p:tavLst>
                                    </p:anim>
                                    <p:anim calcmode="lin" valueType="num">
                                      <p:cBhvr>
                                        <p:cTn id="5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3">
                                            <p:txEl>
                                              <p:pRg st="0" end="0"/>
                                            </p:txEl>
                                          </p:spTgt>
                                        </p:tgtEl>
                                        <p:attrNameLst>
                                          <p:attrName>style.visibility</p:attrName>
                                        </p:attrNameLst>
                                      </p:cBhvr>
                                      <p:to>
                                        <p:strVal val="visible"/>
                                      </p:to>
                                    </p:set>
                                    <p:animEffect transition="in" filter="fade">
                                      <p:cBhvr>
                                        <p:cTn id="63" dur="1000"/>
                                        <p:tgtEl>
                                          <p:spTgt spid="33">
                                            <p:txEl>
                                              <p:pRg st="0" end="0"/>
                                            </p:txEl>
                                          </p:spTgt>
                                        </p:tgtEl>
                                      </p:cBhvr>
                                    </p:animEffect>
                                    <p:anim calcmode="lin" valueType="num">
                                      <p:cBhvr>
                                        <p:cTn id="64"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33">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build="p">
        <p:tmplLst>
          <p:tmpl lvl="1">
            <p:tnLst>
              <p:par>
                <p:cTn presetID="22" presetClass="entr" presetSubtype="8" fill="hold" nodeType="click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29" grpId="0" build="p">
        <p:tmplLst>
          <p:tmpl lvl="1">
            <p:tnLst>
              <p:par>
                <p:cTn presetID="42" presetClass="entr" presetSubtype="0" fill="hold" nodeType="click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anim calcmode="lin" valueType="num">
                      <p:cBhvr>
                        <p:cTn dur="1000" fill="hold"/>
                        <p:tgtEl>
                          <p:spTgt spid="29"/>
                        </p:tgtEl>
                        <p:attrNameLst>
                          <p:attrName>ppt_x</p:attrName>
                        </p:attrNameLst>
                      </p:cBhvr>
                      <p:tavLst>
                        <p:tav tm="0">
                          <p:val>
                            <p:strVal val="#ppt_x"/>
                          </p:val>
                        </p:tav>
                        <p:tav tm="100000">
                          <p:val>
                            <p:strVal val="#ppt_x"/>
                          </p:val>
                        </p:tav>
                      </p:tavLst>
                    </p:anim>
                    <p:anim calcmode="lin" valueType="num">
                      <p:cBhvr>
                        <p:cTn dur="1000" fill="hold"/>
                        <p:tgtEl>
                          <p:spTgt spid="29"/>
                        </p:tgtEl>
                        <p:attrNameLst>
                          <p:attrName>ppt_y</p:attrName>
                        </p:attrNameLst>
                      </p:cBhvr>
                      <p:tavLst>
                        <p:tav tm="0">
                          <p:val>
                            <p:strVal val="#ppt_y+.1"/>
                          </p:val>
                        </p:tav>
                        <p:tav tm="100000">
                          <p:val>
                            <p:strVal val="#ppt_y"/>
                          </p:val>
                        </p:tav>
                      </p:tavLst>
                    </p:anim>
                  </p:childTnLst>
                </p:cTn>
              </p:par>
            </p:tnLst>
          </p:tmpl>
        </p:tmplLst>
      </p:bldP>
      <p:bldP spid="30" grpId="0" build="p">
        <p:tmplLst>
          <p:tmpl lvl="1">
            <p:tnLst>
              <p:par>
                <p:cTn presetID="42" presetClass="entr" presetSubtype="0" fill="hold" nodeType="click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anim calcmode="lin" valueType="num">
                      <p:cBhvr>
                        <p:cTn dur="1000" fill="hold"/>
                        <p:tgtEl>
                          <p:spTgt spid="30"/>
                        </p:tgtEl>
                        <p:attrNameLst>
                          <p:attrName>ppt_x</p:attrName>
                        </p:attrNameLst>
                      </p:cBhvr>
                      <p:tavLst>
                        <p:tav tm="0">
                          <p:val>
                            <p:strVal val="#ppt_x"/>
                          </p:val>
                        </p:tav>
                        <p:tav tm="100000">
                          <p:val>
                            <p:strVal val="#ppt_x"/>
                          </p:val>
                        </p:tav>
                      </p:tavLst>
                    </p:anim>
                    <p:anim calcmode="lin" valueType="num">
                      <p:cBhvr>
                        <p:cTn dur="1000" fill="hold"/>
                        <p:tgtEl>
                          <p:spTgt spid="30"/>
                        </p:tgtEl>
                        <p:attrNameLst>
                          <p:attrName>ppt_y</p:attrName>
                        </p:attrNameLst>
                      </p:cBhvr>
                      <p:tavLst>
                        <p:tav tm="0">
                          <p:val>
                            <p:strVal val="#ppt_y+.1"/>
                          </p:val>
                        </p:tav>
                        <p:tav tm="100000">
                          <p:val>
                            <p:strVal val="#ppt_y"/>
                          </p:val>
                        </p:tav>
                      </p:tavLst>
                    </p:anim>
                  </p:childTnLst>
                </p:cTn>
              </p:par>
            </p:tnLst>
          </p:tmpl>
        </p:tmplLst>
      </p:bldP>
      <p:bldP spid="31" grpId="0" build="p">
        <p:tmplLst>
          <p:tmpl lvl="1">
            <p:tnLst>
              <p:par>
                <p:cTn presetID="42" presetClass="entr" presetSubtype="0" fill="hold" nodeType="click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anim calcmode="lin" valueType="num">
                      <p:cBhvr>
                        <p:cTn dur="1000" fill="hold"/>
                        <p:tgtEl>
                          <p:spTgt spid="31"/>
                        </p:tgtEl>
                        <p:attrNameLst>
                          <p:attrName>ppt_x</p:attrName>
                        </p:attrNameLst>
                      </p:cBhvr>
                      <p:tavLst>
                        <p:tav tm="0">
                          <p:val>
                            <p:strVal val="#ppt_x"/>
                          </p:val>
                        </p:tav>
                        <p:tav tm="100000">
                          <p:val>
                            <p:strVal val="#ppt_x"/>
                          </p:val>
                        </p:tav>
                      </p:tavLst>
                    </p:anim>
                    <p:anim calcmode="lin" valueType="num">
                      <p:cBhvr>
                        <p:cTn dur="1000" fill="hold"/>
                        <p:tgtEl>
                          <p:spTgt spid="31"/>
                        </p:tgtEl>
                        <p:attrNameLst>
                          <p:attrName>ppt_y</p:attrName>
                        </p:attrNameLst>
                      </p:cBhvr>
                      <p:tavLst>
                        <p:tav tm="0">
                          <p:val>
                            <p:strVal val="#ppt_y+.1"/>
                          </p:val>
                        </p:tav>
                        <p:tav tm="100000">
                          <p:val>
                            <p:strVal val="#ppt_y"/>
                          </p:val>
                        </p:tav>
                      </p:tavLst>
                    </p:anim>
                  </p:childTnLst>
                </p:cTn>
              </p:par>
            </p:tnLst>
          </p:tmpl>
        </p:tmplLst>
      </p:bldP>
      <p:bldP spid="32" grpId="0" build="p">
        <p:tmplLst>
          <p:tmpl lvl="1">
            <p:tnLst>
              <p:par>
                <p:cTn presetID="42" presetClass="entr" presetSubtype="0" fill="hold" nodeType="click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anim calcmode="lin" valueType="num">
                      <p:cBhvr>
                        <p:cTn dur="1000" fill="hold"/>
                        <p:tgtEl>
                          <p:spTgt spid="32"/>
                        </p:tgtEl>
                        <p:attrNameLst>
                          <p:attrName>ppt_x</p:attrName>
                        </p:attrNameLst>
                      </p:cBhvr>
                      <p:tavLst>
                        <p:tav tm="0">
                          <p:val>
                            <p:strVal val="#ppt_x"/>
                          </p:val>
                        </p:tav>
                        <p:tav tm="100000">
                          <p:val>
                            <p:strVal val="#ppt_x"/>
                          </p:val>
                        </p:tav>
                      </p:tavLst>
                    </p:anim>
                    <p:anim calcmode="lin" valueType="num">
                      <p:cBhvr>
                        <p:cTn dur="1000" fill="hold"/>
                        <p:tgtEl>
                          <p:spTgt spid="32"/>
                        </p:tgtEl>
                        <p:attrNameLst>
                          <p:attrName>ppt_y</p:attrName>
                        </p:attrNameLst>
                      </p:cBhvr>
                      <p:tavLst>
                        <p:tav tm="0">
                          <p:val>
                            <p:strVal val="#ppt_y+.1"/>
                          </p:val>
                        </p:tav>
                        <p:tav tm="100000">
                          <p:val>
                            <p:strVal val="#ppt_y"/>
                          </p:val>
                        </p:tav>
                      </p:tavLst>
                    </p:anim>
                  </p:childTnLst>
                </p:cTn>
              </p:par>
            </p:tnLst>
          </p:tmpl>
        </p:tmplLst>
      </p:bldP>
      <p:bldP spid="33" grpId="0" build="p">
        <p:tmplLst>
          <p:tmpl lvl="1">
            <p:tnLst>
              <p:par>
                <p:cTn presetID="42" presetClass="entr" presetSubtype="0" fill="hold" nodeType="click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anim calcmode="lin" valueType="num">
                      <p:cBhvr>
                        <p:cTn dur="1000" fill="hold"/>
                        <p:tgtEl>
                          <p:spTgt spid="33"/>
                        </p:tgtEl>
                        <p:attrNameLst>
                          <p:attrName>ppt_x</p:attrName>
                        </p:attrNameLst>
                      </p:cBhvr>
                      <p:tavLst>
                        <p:tav tm="0">
                          <p:val>
                            <p:strVal val="#ppt_x"/>
                          </p:val>
                        </p:tav>
                        <p:tav tm="100000">
                          <p:val>
                            <p:strVal val="#ppt_x"/>
                          </p:val>
                        </p:tav>
                      </p:tavLst>
                    </p:anim>
                    <p:anim calcmode="lin" valueType="num">
                      <p:cBhvr>
                        <p:cTn dur="1000" fill="hold"/>
                        <p:tgtEl>
                          <p:spTgt spid="3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chemeClr val="accent4"/>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rgbClr val="35B6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4"/>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35B6B4">
              <a:alpha val="64000"/>
            </a:srgb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4" name="Espace réservé du texte 7">
            <a:extLst>
              <a:ext uri="{FF2B5EF4-FFF2-40B4-BE49-F238E27FC236}">
                <a16:creationId xmlns:a16="http://schemas.microsoft.com/office/drawing/2014/main" id="{0692CF1F-60BD-477F-B08B-E522F6F923E9}"/>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
        <p:nvSpPr>
          <p:cNvPr id="45" name="Espace réservé du texte 4">
            <a:extLst>
              <a:ext uri="{FF2B5EF4-FFF2-40B4-BE49-F238E27FC236}">
                <a16:creationId xmlns:a16="http://schemas.microsoft.com/office/drawing/2014/main" id="{8399320B-85C2-4C2A-ACB9-D71F59FAF15E}"/>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D535FAFC-3512-46FF-B5D1-EE1FC735A198}"/>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DC233674-A598-46F0-8D1C-1A7754A39437}"/>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9641AF8A-99AF-47B7-AC5B-8BBEE9858572}"/>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CAA24E9F-611C-4967-A648-7B4A4FF3AB1D}"/>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F6DB3BE2-3E0E-45C3-9652-6DE3DD1DDC24}"/>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B4CFD3B9-6030-424C-8439-C29B7AF6D6FF}"/>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FFADF6ED-63F8-49D1-AA0C-E74AC7EB5432}"/>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D14BF67B-4C15-4EAE-B29D-B0807374B34C}"/>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86A3C043-0073-4D03-AB48-D205F7608946}"/>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1B7958E4-4C49-4272-A238-AF4E677282A1}"/>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7DFF45DC-8177-441B-9058-C9DB9DBAE485}"/>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7" name="Espace réservé du texte 4">
            <a:extLst>
              <a:ext uri="{FF2B5EF4-FFF2-40B4-BE49-F238E27FC236}">
                <a16:creationId xmlns:a16="http://schemas.microsoft.com/office/drawing/2014/main" id="{E296745F-9D0D-4811-9E08-57C5F3E8B986}"/>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197623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 calcmode="lin" valueType="num">
                                      <p:cBhvr additive="base">
                                        <p:cTn id="7"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 calcmode="lin" valueType="num">
                                      <p:cBhvr additive="base">
                                        <p:cTn id="39"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2">
                                            <p:txEl>
                                              <p:pRg st="0" end="0"/>
                                            </p:txEl>
                                          </p:spTgt>
                                        </p:tgtEl>
                                        <p:attrNameLst>
                                          <p:attrName>style.visibility</p:attrName>
                                        </p:attrNameLst>
                                      </p:cBhvr>
                                      <p:to>
                                        <p:strVal val="visible"/>
                                      </p:to>
                                    </p:set>
                                    <p:anim calcmode="lin" valueType="num">
                                      <p:cBhvr additive="base">
                                        <p:cTn id="73"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7" grpId="0" build="p">
        <p:tmplLst>
          <p:tmpl lvl="1">
            <p:tnLst>
              <p:par>
                <p:cTn presetID="2" presetClass="entr" presetSubtype="8"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F22388B2-0599-4E03-8140-254515ECD381}"/>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Tree>
    <p:extLst>
      <p:ext uri="{BB962C8B-B14F-4D97-AF65-F5344CB8AC3E}">
        <p14:creationId xmlns:p14="http://schemas.microsoft.com/office/powerpoint/2010/main" val="94085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accent4">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accent4">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77B7C9DE-6FDC-4FBC-8330-6FC6B87AFD34}"/>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petite enfance</a:t>
            </a:r>
          </a:p>
        </p:txBody>
      </p:sp>
    </p:spTree>
    <p:extLst>
      <p:ext uri="{BB962C8B-B14F-4D97-AF65-F5344CB8AC3E}">
        <p14:creationId xmlns:p14="http://schemas.microsoft.com/office/powerpoint/2010/main" val="120850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magellan</a:t>
            </a:r>
            <a:endParaRPr lang="fr-FR" dirty="0"/>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212165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solidFill>
                <a:srgbClr val="F8C33E"/>
              </a:solidFill>
            </a:endParaRPr>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Espace réservé du texte 7">
            <a:extLst>
              <a:ext uri="{FF2B5EF4-FFF2-40B4-BE49-F238E27FC236}">
                <a16:creationId xmlns:a16="http://schemas.microsoft.com/office/drawing/2014/main" id="{4EA8A553-FF0C-42FF-8723-756302D494D3}"/>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Magellan</a:t>
            </a:r>
          </a:p>
        </p:txBody>
      </p:sp>
    </p:spTree>
    <p:extLst>
      <p:ext uri="{BB962C8B-B14F-4D97-AF65-F5344CB8AC3E}">
        <p14:creationId xmlns:p14="http://schemas.microsoft.com/office/powerpoint/2010/main" val="329823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706631"/>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262D5F"/>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738843"/>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262D5F"/>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738845"/>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262D5F"/>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514430"/>
            <a:ext cx="1342132" cy="1499658"/>
          </a:xfrm>
          <a:prstGeom prst="rect">
            <a:avLst/>
          </a:prstGeom>
          <a:solidFill>
            <a:schemeClr val="accent6">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514431"/>
            <a:ext cx="1342132" cy="1499658"/>
          </a:xfrm>
          <a:prstGeom prst="rect">
            <a:avLst/>
          </a:prstGeom>
          <a:solidFill>
            <a:schemeClr val="accent6">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559709"/>
            <a:ext cx="1342132" cy="1499658"/>
          </a:xfrm>
          <a:prstGeom prst="rect">
            <a:avLst/>
          </a:prstGeom>
          <a:solidFill>
            <a:schemeClr val="accent6">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5" name="Espace réservé du texte 7">
            <a:extLst>
              <a:ext uri="{FF2B5EF4-FFF2-40B4-BE49-F238E27FC236}">
                <a16:creationId xmlns:a16="http://schemas.microsoft.com/office/drawing/2014/main" id="{FF4D5957-67F7-48DE-AF76-415BCF84A49E}"/>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Magellan</a:t>
            </a:r>
          </a:p>
        </p:txBody>
      </p:sp>
    </p:spTree>
    <p:extLst>
      <p:ext uri="{BB962C8B-B14F-4D97-AF65-F5344CB8AC3E}">
        <p14:creationId xmlns:p14="http://schemas.microsoft.com/office/powerpoint/2010/main" val="400300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20" name="Espace réservé du texte 7">
            <a:extLst>
              <a:ext uri="{FF2B5EF4-FFF2-40B4-BE49-F238E27FC236}">
                <a16:creationId xmlns:a16="http://schemas.microsoft.com/office/drawing/2014/main" id="{2703251D-76E8-4D6B-9150-149E73CCE47C}"/>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Magellan</a:t>
            </a:r>
          </a:p>
        </p:txBody>
      </p:sp>
      <p:sp>
        <p:nvSpPr>
          <p:cNvPr id="22" name="Oval 28">
            <a:extLst>
              <a:ext uri="{FF2B5EF4-FFF2-40B4-BE49-F238E27FC236}">
                <a16:creationId xmlns:a16="http://schemas.microsoft.com/office/drawing/2014/main" id="{1ABF3B10-78B3-419B-959E-4443A5E72F6F}"/>
              </a:ext>
            </a:extLst>
          </p:cNvPr>
          <p:cNvSpPr/>
          <p:nvPr userDrawn="1"/>
        </p:nvSpPr>
        <p:spPr>
          <a:xfrm>
            <a:off x="3009769" y="3178586"/>
            <a:ext cx="1134692" cy="2913299"/>
          </a:xfrm>
          <a:prstGeom prst="ellipse">
            <a:avLst/>
          </a:prstGeom>
          <a:solidFill>
            <a:srgbClr val="262D5F"/>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3" name="Oval 30">
            <a:extLst>
              <a:ext uri="{FF2B5EF4-FFF2-40B4-BE49-F238E27FC236}">
                <a16:creationId xmlns:a16="http://schemas.microsoft.com/office/drawing/2014/main" id="{98FD48F6-8D71-4CD9-8ACC-67A7444AEB3D}"/>
              </a:ext>
            </a:extLst>
          </p:cNvPr>
          <p:cNvSpPr/>
          <p:nvPr userDrawn="1"/>
        </p:nvSpPr>
        <p:spPr>
          <a:xfrm>
            <a:off x="4274059" y="2790889"/>
            <a:ext cx="709107" cy="1820916"/>
          </a:xfrm>
          <a:prstGeom prst="ellipse">
            <a:avLst/>
          </a:prstGeom>
          <a:solidFill>
            <a:schemeClr val="bg1"/>
          </a:solidFill>
          <a:ln w="12700">
            <a:solidFill>
              <a:srgbClr val="1F3057"/>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24" name="Oval 28">
            <a:extLst>
              <a:ext uri="{FF2B5EF4-FFF2-40B4-BE49-F238E27FC236}">
                <a16:creationId xmlns:a16="http://schemas.microsoft.com/office/drawing/2014/main" id="{44AE29CC-AC57-4AFB-9AB5-B1FFC3BAEC9F}"/>
              </a:ext>
            </a:extLst>
          </p:cNvPr>
          <p:cNvSpPr/>
          <p:nvPr userDrawn="1"/>
        </p:nvSpPr>
        <p:spPr>
          <a:xfrm>
            <a:off x="4061266" y="4979366"/>
            <a:ext cx="1134692" cy="2913299"/>
          </a:xfrm>
          <a:prstGeom prst="ellipse">
            <a:avLst/>
          </a:prstGeom>
          <a:solidFill>
            <a:srgbClr val="F8C33E"/>
          </a:solidFill>
          <a:ln>
            <a:solidFill>
              <a:srgbClr val="F8C33E"/>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5" name="Oval 28">
            <a:extLst>
              <a:ext uri="{FF2B5EF4-FFF2-40B4-BE49-F238E27FC236}">
                <a16:creationId xmlns:a16="http://schemas.microsoft.com/office/drawing/2014/main" id="{8A602B02-AA72-4E08-AAA3-34A48F14F15D}"/>
              </a:ext>
            </a:extLst>
          </p:cNvPr>
          <p:cNvSpPr/>
          <p:nvPr userDrawn="1"/>
        </p:nvSpPr>
        <p:spPr>
          <a:xfrm>
            <a:off x="5195958" y="3183793"/>
            <a:ext cx="809202" cy="2077609"/>
          </a:xfrm>
          <a:prstGeom prst="ellipse">
            <a:avLst/>
          </a:prstGeom>
          <a:solidFill>
            <a:srgbClr val="262D5F"/>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26" name="Oval 28">
            <a:extLst>
              <a:ext uri="{FF2B5EF4-FFF2-40B4-BE49-F238E27FC236}">
                <a16:creationId xmlns:a16="http://schemas.microsoft.com/office/drawing/2014/main" id="{060354D1-06F3-4FB0-843C-D527FC4B6B68}"/>
              </a:ext>
            </a:extLst>
          </p:cNvPr>
          <p:cNvSpPr/>
          <p:nvPr userDrawn="1"/>
        </p:nvSpPr>
        <p:spPr>
          <a:xfrm>
            <a:off x="5428669" y="5695949"/>
            <a:ext cx="576492" cy="1480131"/>
          </a:xfrm>
          <a:prstGeom prst="ellipse">
            <a:avLst/>
          </a:prstGeom>
          <a:solidFill>
            <a:schemeClr val="bg1"/>
          </a:solidFill>
          <a:ln>
            <a:solidFill>
              <a:srgbClr val="1F3057"/>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27" name="Фигура">
            <a:extLst>
              <a:ext uri="{FF2B5EF4-FFF2-40B4-BE49-F238E27FC236}">
                <a16:creationId xmlns:a16="http://schemas.microsoft.com/office/drawing/2014/main" id="{FD68E2E7-4A3B-4A5A-86F7-CA82CE130B95}"/>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F9C43F"/>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28" name="Espace réservé du texte 18">
            <a:extLst>
              <a:ext uri="{FF2B5EF4-FFF2-40B4-BE49-F238E27FC236}">
                <a16:creationId xmlns:a16="http://schemas.microsoft.com/office/drawing/2014/main" id="{12DE7887-D6AD-4548-9879-6ADE86451A47}"/>
              </a:ext>
            </a:extLst>
          </p:cNvPr>
          <p:cNvSpPr>
            <a:spLocks noGrp="1"/>
          </p:cNvSpPr>
          <p:nvPr>
            <p:ph type="body" sz="quarter" idx="14" hasCustomPrompt="1"/>
          </p:nvPr>
        </p:nvSpPr>
        <p:spPr>
          <a:xfrm>
            <a:off x="732143" y="3665959"/>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29" name="Espace réservé du texte 3">
            <a:extLst>
              <a:ext uri="{FF2B5EF4-FFF2-40B4-BE49-F238E27FC236}">
                <a16:creationId xmlns:a16="http://schemas.microsoft.com/office/drawing/2014/main" id="{01262E40-4F80-4680-8C46-3E5647C872DF}"/>
              </a:ext>
            </a:extLst>
          </p:cNvPr>
          <p:cNvSpPr>
            <a:spLocks noGrp="1"/>
          </p:cNvSpPr>
          <p:nvPr>
            <p:ph type="body" sz="quarter" idx="15"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30" name="Espace réservé du texte 3">
            <a:extLst>
              <a:ext uri="{FF2B5EF4-FFF2-40B4-BE49-F238E27FC236}">
                <a16:creationId xmlns:a16="http://schemas.microsoft.com/office/drawing/2014/main" id="{FEC664C4-8E07-44FA-BF11-487073D42036}"/>
              </a:ext>
            </a:extLst>
          </p:cNvPr>
          <p:cNvSpPr>
            <a:spLocks noGrp="1"/>
          </p:cNvSpPr>
          <p:nvPr>
            <p:ph type="body" sz="quarter" idx="16"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31" name="Espace réservé du texte 22">
            <a:extLst>
              <a:ext uri="{FF2B5EF4-FFF2-40B4-BE49-F238E27FC236}">
                <a16:creationId xmlns:a16="http://schemas.microsoft.com/office/drawing/2014/main" id="{0E831BB6-75BF-40C3-9529-5182BD9916EF}"/>
              </a:ext>
            </a:extLst>
          </p:cNvPr>
          <p:cNvSpPr>
            <a:spLocks noGrp="1"/>
          </p:cNvSpPr>
          <p:nvPr>
            <p:ph type="body" sz="quarter" idx="17"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32" name="Espace réservé du texte 24">
            <a:extLst>
              <a:ext uri="{FF2B5EF4-FFF2-40B4-BE49-F238E27FC236}">
                <a16:creationId xmlns:a16="http://schemas.microsoft.com/office/drawing/2014/main" id="{D6ED68D6-6A19-4EB4-911A-8561FB9B637A}"/>
              </a:ext>
            </a:extLst>
          </p:cNvPr>
          <p:cNvSpPr>
            <a:spLocks noGrp="1"/>
          </p:cNvSpPr>
          <p:nvPr>
            <p:ph type="body" sz="quarter" idx="18"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rgbClr val="F8C33E"/>
                </a:solidFill>
                <a:latin typeface="Roboto Bk" pitchFamily="2" charset="0"/>
                <a:ea typeface="Roboto Bk" pitchFamily="2" charset="0"/>
              </a:defRPr>
            </a:lvl1pPr>
          </a:lstStyle>
          <a:p>
            <a:pPr lvl="0"/>
            <a:r>
              <a:rPr lang="fr-FR" dirty="0"/>
              <a:t>00</a:t>
            </a:r>
          </a:p>
        </p:txBody>
      </p:sp>
      <p:sp>
        <p:nvSpPr>
          <p:cNvPr id="33" name="Espace réservé du texte 26">
            <a:extLst>
              <a:ext uri="{FF2B5EF4-FFF2-40B4-BE49-F238E27FC236}">
                <a16:creationId xmlns:a16="http://schemas.microsoft.com/office/drawing/2014/main" id="{382E53B0-004F-41B3-B23C-75D6D0195107}"/>
              </a:ext>
            </a:extLst>
          </p:cNvPr>
          <p:cNvSpPr>
            <a:spLocks noGrp="1"/>
          </p:cNvSpPr>
          <p:nvPr>
            <p:ph type="body" sz="quarter" idx="19" hasCustomPrompt="1"/>
          </p:nvPr>
        </p:nvSpPr>
        <p:spPr>
          <a:xfrm>
            <a:off x="5521261" y="5955607"/>
            <a:ext cx="411659" cy="1032464"/>
          </a:xfrm>
          <a:prstGeom prst="rect">
            <a:avLst/>
          </a:prstGeom>
          <a:noFill/>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rgbClr val="F8C33E"/>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316171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
                                            <p:txEl>
                                              <p:pRg st="0" end="0"/>
                                            </p:txEl>
                                          </p:spTgt>
                                        </p:tgtEl>
                                        <p:attrNameLst>
                                          <p:attrName>style.visibility</p:attrName>
                                        </p:attrNameLst>
                                      </p:cBhvr>
                                      <p:to>
                                        <p:strVal val="visible"/>
                                      </p:to>
                                    </p:set>
                                    <p:animEffect transition="in" filter="wipe(left)">
                                      <p:cBhvr>
                                        <p:cTn id="10" dur="500"/>
                                        <p:tgtEl>
                                          <p:spTgt spid="2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animEffect transition="in" filter="fade">
                                      <p:cBhvr>
                                        <p:cTn id="15" dur="1000"/>
                                        <p:tgtEl>
                                          <p:spTgt spid="29">
                                            <p:txEl>
                                              <p:pRg st="0" end="0"/>
                                            </p:txEl>
                                          </p:spTgt>
                                        </p:tgtEl>
                                      </p:cBhvr>
                                    </p:animEffect>
                                    <p:anim calcmode="lin" valueType="num">
                                      <p:cBhvr>
                                        <p:cTn id="16"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29">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anim calcmode="lin" valueType="num">
                                      <p:cBhvr>
                                        <p:cTn id="21" dur="1000" fill="hold"/>
                                        <p:tgtEl>
                                          <p:spTgt spid="22"/>
                                        </p:tgtEl>
                                        <p:attrNameLst>
                                          <p:attrName>ppt_x</p:attrName>
                                        </p:attrNameLst>
                                      </p:cBhvr>
                                      <p:tavLst>
                                        <p:tav tm="0">
                                          <p:val>
                                            <p:strVal val="#ppt_x"/>
                                          </p:val>
                                        </p:tav>
                                        <p:tav tm="100000">
                                          <p:val>
                                            <p:strVal val="#ppt_x"/>
                                          </p:val>
                                        </p:tav>
                                      </p:tavLst>
                                    </p:anim>
                                    <p:anim calcmode="lin" valueType="num">
                                      <p:cBhvr>
                                        <p:cTn id="2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2">
                                            <p:txEl>
                                              <p:pRg st="0" end="0"/>
                                            </p:txEl>
                                          </p:spTgt>
                                        </p:tgtEl>
                                        <p:attrNameLst>
                                          <p:attrName>style.visibility</p:attrName>
                                        </p:attrNameLst>
                                      </p:cBhvr>
                                      <p:to>
                                        <p:strVal val="visible"/>
                                      </p:to>
                                    </p:set>
                                    <p:animEffect transition="in" filter="fade">
                                      <p:cBhvr>
                                        <p:cTn id="27" dur="1000"/>
                                        <p:tgtEl>
                                          <p:spTgt spid="32">
                                            <p:txEl>
                                              <p:pRg st="0" end="0"/>
                                            </p:txEl>
                                          </p:spTgt>
                                        </p:tgtEl>
                                      </p:cBhvr>
                                    </p:animEffect>
                                    <p:anim calcmode="lin" valueType="num">
                                      <p:cBhvr>
                                        <p:cTn id="28"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animEffect transition="in" filter="fade">
                                      <p:cBhvr>
                                        <p:cTn id="39" dur="1000"/>
                                        <p:tgtEl>
                                          <p:spTgt spid="30">
                                            <p:txEl>
                                              <p:pRg st="0" end="0"/>
                                            </p:txEl>
                                          </p:spTgt>
                                        </p:tgtEl>
                                      </p:cBhvr>
                                    </p:animEffect>
                                    <p:anim calcmode="lin" valueType="num">
                                      <p:cBhvr>
                                        <p:cTn id="40"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30">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1">
                                            <p:txEl>
                                              <p:pRg st="0" end="0"/>
                                            </p:txEl>
                                          </p:spTgt>
                                        </p:tgtEl>
                                        <p:attrNameLst>
                                          <p:attrName>style.visibility</p:attrName>
                                        </p:attrNameLst>
                                      </p:cBhvr>
                                      <p:to>
                                        <p:strVal val="visible"/>
                                      </p:to>
                                    </p:set>
                                    <p:animEffect transition="in" filter="fade">
                                      <p:cBhvr>
                                        <p:cTn id="51" dur="1000"/>
                                        <p:tgtEl>
                                          <p:spTgt spid="31">
                                            <p:txEl>
                                              <p:pRg st="0" end="0"/>
                                            </p:txEl>
                                          </p:spTgt>
                                        </p:tgtEl>
                                      </p:cBhvr>
                                    </p:animEffect>
                                    <p:anim calcmode="lin" valueType="num">
                                      <p:cBhvr>
                                        <p:cTn id="52"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31">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1000"/>
                                        <p:tgtEl>
                                          <p:spTgt spid="25"/>
                                        </p:tgtEl>
                                      </p:cBhvr>
                                    </p:animEffect>
                                    <p:anim calcmode="lin" valueType="num">
                                      <p:cBhvr>
                                        <p:cTn id="57" dur="1000" fill="hold"/>
                                        <p:tgtEl>
                                          <p:spTgt spid="25"/>
                                        </p:tgtEl>
                                        <p:attrNameLst>
                                          <p:attrName>ppt_x</p:attrName>
                                        </p:attrNameLst>
                                      </p:cBhvr>
                                      <p:tavLst>
                                        <p:tav tm="0">
                                          <p:val>
                                            <p:strVal val="#ppt_x"/>
                                          </p:val>
                                        </p:tav>
                                        <p:tav tm="100000">
                                          <p:val>
                                            <p:strVal val="#ppt_x"/>
                                          </p:val>
                                        </p:tav>
                                      </p:tavLst>
                                    </p:anim>
                                    <p:anim calcmode="lin" valueType="num">
                                      <p:cBhvr>
                                        <p:cTn id="5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3">
                                            <p:txEl>
                                              <p:pRg st="0" end="0"/>
                                            </p:txEl>
                                          </p:spTgt>
                                        </p:tgtEl>
                                        <p:attrNameLst>
                                          <p:attrName>style.visibility</p:attrName>
                                        </p:attrNameLst>
                                      </p:cBhvr>
                                      <p:to>
                                        <p:strVal val="visible"/>
                                      </p:to>
                                    </p:set>
                                    <p:animEffect transition="in" filter="fade">
                                      <p:cBhvr>
                                        <p:cTn id="63" dur="1000"/>
                                        <p:tgtEl>
                                          <p:spTgt spid="33">
                                            <p:txEl>
                                              <p:pRg st="0" end="0"/>
                                            </p:txEl>
                                          </p:spTgt>
                                        </p:tgtEl>
                                      </p:cBhvr>
                                    </p:animEffect>
                                    <p:anim calcmode="lin" valueType="num">
                                      <p:cBhvr>
                                        <p:cTn id="64"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33">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build="p">
        <p:tmplLst>
          <p:tmpl lvl="1">
            <p:tnLst>
              <p:par>
                <p:cTn presetID="22" presetClass="entr" presetSubtype="8"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29" grpId="0" build="p">
        <p:tmplLst>
          <p:tmpl lvl="1">
            <p:tnLst>
              <p:par>
                <p:cTn presetID="42" presetClass="entr" presetSubtype="0" fill="hold" nodeType="click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anim calcmode="lin" valueType="num">
                      <p:cBhvr>
                        <p:cTn dur="1000" fill="hold"/>
                        <p:tgtEl>
                          <p:spTgt spid="29"/>
                        </p:tgtEl>
                        <p:attrNameLst>
                          <p:attrName>ppt_x</p:attrName>
                        </p:attrNameLst>
                      </p:cBhvr>
                      <p:tavLst>
                        <p:tav tm="0">
                          <p:val>
                            <p:strVal val="#ppt_x"/>
                          </p:val>
                        </p:tav>
                        <p:tav tm="100000">
                          <p:val>
                            <p:strVal val="#ppt_x"/>
                          </p:val>
                        </p:tav>
                      </p:tavLst>
                    </p:anim>
                    <p:anim calcmode="lin" valueType="num">
                      <p:cBhvr>
                        <p:cTn dur="1000" fill="hold"/>
                        <p:tgtEl>
                          <p:spTgt spid="29"/>
                        </p:tgtEl>
                        <p:attrNameLst>
                          <p:attrName>ppt_y</p:attrName>
                        </p:attrNameLst>
                      </p:cBhvr>
                      <p:tavLst>
                        <p:tav tm="0">
                          <p:val>
                            <p:strVal val="#ppt_y+.1"/>
                          </p:val>
                        </p:tav>
                        <p:tav tm="100000">
                          <p:val>
                            <p:strVal val="#ppt_y"/>
                          </p:val>
                        </p:tav>
                      </p:tavLst>
                    </p:anim>
                  </p:childTnLst>
                </p:cTn>
              </p:par>
            </p:tnLst>
          </p:tmpl>
        </p:tmplLst>
      </p:bldP>
      <p:bldP spid="30" grpId="0" build="p">
        <p:tmplLst>
          <p:tmpl lvl="1">
            <p:tnLst>
              <p:par>
                <p:cTn presetID="42" presetClass="entr" presetSubtype="0" fill="hold" nodeType="click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anim calcmode="lin" valueType="num">
                      <p:cBhvr>
                        <p:cTn dur="1000" fill="hold"/>
                        <p:tgtEl>
                          <p:spTgt spid="30"/>
                        </p:tgtEl>
                        <p:attrNameLst>
                          <p:attrName>ppt_x</p:attrName>
                        </p:attrNameLst>
                      </p:cBhvr>
                      <p:tavLst>
                        <p:tav tm="0">
                          <p:val>
                            <p:strVal val="#ppt_x"/>
                          </p:val>
                        </p:tav>
                        <p:tav tm="100000">
                          <p:val>
                            <p:strVal val="#ppt_x"/>
                          </p:val>
                        </p:tav>
                      </p:tavLst>
                    </p:anim>
                    <p:anim calcmode="lin" valueType="num">
                      <p:cBhvr>
                        <p:cTn dur="1000" fill="hold"/>
                        <p:tgtEl>
                          <p:spTgt spid="30"/>
                        </p:tgtEl>
                        <p:attrNameLst>
                          <p:attrName>ppt_y</p:attrName>
                        </p:attrNameLst>
                      </p:cBhvr>
                      <p:tavLst>
                        <p:tav tm="0">
                          <p:val>
                            <p:strVal val="#ppt_y+.1"/>
                          </p:val>
                        </p:tav>
                        <p:tav tm="100000">
                          <p:val>
                            <p:strVal val="#ppt_y"/>
                          </p:val>
                        </p:tav>
                      </p:tavLst>
                    </p:anim>
                  </p:childTnLst>
                </p:cTn>
              </p:par>
            </p:tnLst>
          </p:tmpl>
        </p:tmplLst>
      </p:bldP>
      <p:bldP spid="31" grpId="0" build="p">
        <p:tmplLst>
          <p:tmpl lvl="1">
            <p:tnLst>
              <p:par>
                <p:cTn presetID="42" presetClass="entr" presetSubtype="0" fill="hold" nodeType="click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anim calcmode="lin" valueType="num">
                      <p:cBhvr>
                        <p:cTn dur="1000" fill="hold"/>
                        <p:tgtEl>
                          <p:spTgt spid="31"/>
                        </p:tgtEl>
                        <p:attrNameLst>
                          <p:attrName>ppt_x</p:attrName>
                        </p:attrNameLst>
                      </p:cBhvr>
                      <p:tavLst>
                        <p:tav tm="0">
                          <p:val>
                            <p:strVal val="#ppt_x"/>
                          </p:val>
                        </p:tav>
                        <p:tav tm="100000">
                          <p:val>
                            <p:strVal val="#ppt_x"/>
                          </p:val>
                        </p:tav>
                      </p:tavLst>
                    </p:anim>
                    <p:anim calcmode="lin" valueType="num">
                      <p:cBhvr>
                        <p:cTn dur="1000" fill="hold"/>
                        <p:tgtEl>
                          <p:spTgt spid="31"/>
                        </p:tgtEl>
                        <p:attrNameLst>
                          <p:attrName>ppt_y</p:attrName>
                        </p:attrNameLst>
                      </p:cBhvr>
                      <p:tavLst>
                        <p:tav tm="0">
                          <p:val>
                            <p:strVal val="#ppt_y+.1"/>
                          </p:val>
                        </p:tav>
                        <p:tav tm="100000">
                          <p:val>
                            <p:strVal val="#ppt_y"/>
                          </p:val>
                        </p:tav>
                      </p:tavLst>
                    </p:anim>
                  </p:childTnLst>
                </p:cTn>
              </p:par>
            </p:tnLst>
          </p:tmpl>
        </p:tmplLst>
      </p:bldP>
      <p:bldP spid="32" grpId="0" build="p">
        <p:tmplLst>
          <p:tmpl lvl="1">
            <p:tnLst>
              <p:par>
                <p:cTn presetID="42" presetClass="entr" presetSubtype="0" fill="hold" nodeType="click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anim calcmode="lin" valueType="num">
                      <p:cBhvr>
                        <p:cTn dur="1000" fill="hold"/>
                        <p:tgtEl>
                          <p:spTgt spid="32"/>
                        </p:tgtEl>
                        <p:attrNameLst>
                          <p:attrName>ppt_x</p:attrName>
                        </p:attrNameLst>
                      </p:cBhvr>
                      <p:tavLst>
                        <p:tav tm="0">
                          <p:val>
                            <p:strVal val="#ppt_x"/>
                          </p:val>
                        </p:tav>
                        <p:tav tm="100000">
                          <p:val>
                            <p:strVal val="#ppt_x"/>
                          </p:val>
                        </p:tav>
                      </p:tavLst>
                    </p:anim>
                    <p:anim calcmode="lin" valueType="num">
                      <p:cBhvr>
                        <p:cTn dur="1000" fill="hold"/>
                        <p:tgtEl>
                          <p:spTgt spid="32"/>
                        </p:tgtEl>
                        <p:attrNameLst>
                          <p:attrName>ppt_y</p:attrName>
                        </p:attrNameLst>
                      </p:cBhvr>
                      <p:tavLst>
                        <p:tav tm="0">
                          <p:val>
                            <p:strVal val="#ppt_y+.1"/>
                          </p:val>
                        </p:tav>
                        <p:tav tm="100000">
                          <p:val>
                            <p:strVal val="#ppt_y"/>
                          </p:val>
                        </p:tav>
                      </p:tavLst>
                    </p:anim>
                  </p:childTnLst>
                </p:cTn>
              </p:par>
            </p:tnLst>
          </p:tmpl>
        </p:tmplLst>
      </p:bldP>
      <p:bldP spid="33" grpId="0" build="p">
        <p:tmplLst>
          <p:tmpl lvl="1">
            <p:tnLst>
              <p:par>
                <p:cTn presetID="42" presetClass="entr" presetSubtype="0" fill="hold" nodeType="click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anim calcmode="lin" valueType="num">
                      <p:cBhvr>
                        <p:cTn dur="1000" fill="hold"/>
                        <p:tgtEl>
                          <p:spTgt spid="33"/>
                        </p:tgtEl>
                        <p:attrNameLst>
                          <p:attrName>ppt_x</p:attrName>
                        </p:attrNameLst>
                      </p:cBhvr>
                      <p:tavLst>
                        <p:tav tm="0">
                          <p:val>
                            <p:strVal val="#ppt_x"/>
                          </p:val>
                        </p:tav>
                        <p:tav tm="100000">
                          <p:val>
                            <p:strVal val="#ppt_x"/>
                          </p:val>
                        </p:tav>
                      </p:tavLst>
                    </p:anim>
                    <p:anim calcmode="lin" valueType="num">
                      <p:cBhvr>
                        <p:cTn dur="1000" fill="hold"/>
                        <p:tgtEl>
                          <p:spTgt spid="3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rgbClr val="F8C33E"/>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rgbClr val="F8C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rgbClr val="262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F8C33E"/>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1F3057">
              <a:alpha val="64000"/>
            </a:srgb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accent6">
              <a:lumMod val="40000"/>
              <a:lumOff val="60000"/>
              <a:alpha val="5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4" name="Espace réservé du texte 7">
            <a:extLst>
              <a:ext uri="{FF2B5EF4-FFF2-40B4-BE49-F238E27FC236}">
                <a16:creationId xmlns:a16="http://schemas.microsoft.com/office/drawing/2014/main" id="{0692CF1F-60BD-477F-B08B-E522F6F923E9}"/>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magellan</a:t>
            </a:r>
            <a:endParaRPr lang="fr-FR" dirty="0"/>
          </a:p>
        </p:txBody>
      </p:sp>
      <p:sp>
        <p:nvSpPr>
          <p:cNvPr id="45" name="Espace réservé du texte 4">
            <a:extLst>
              <a:ext uri="{FF2B5EF4-FFF2-40B4-BE49-F238E27FC236}">
                <a16:creationId xmlns:a16="http://schemas.microsoft.com/office/drawing/2014/main" id="{5E754CC7-0420-4609-A76D-F98BCF9B72D2}"/>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AA38868C-A0DE-4D71-A2ED-17ACA3714A82}"/>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ECA9975C-E0F7-42AC-8087-DAEC002A1AD1}"/>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425A0AF1-9123-4D02-9209-928D5C451C69}"/>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921D7E21-7D0D-4455-9FE6-43FED17241BF}"/>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B0A706E9-258C-4BB5-AAF1-DDDE0DFEEBCF}"/>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EE9E5AE6-FBC1-4F4C-814F-7F72DC20F1E8}"/>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AC1BF7D1-72D6-4A7C-85F1-2D2779542E0D}"/>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5D7EC944-3689-4FDF-9D79-85392361D4DE}"/>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3DB32631-7D26-4142-8B85-ED37C22B058A}"/>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98C572BF-EF4B-4C30-82EC-478526FDA39E}"/>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FD75C6D3-46BB-4C02-8B2F-A327559D5382}"/>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8" name="Espace réservé du texte 4">
            <a:extLst>
              <a:ext uri="{FF2B5EF4-FFF2-40B4-BE49-F238E27FC236}">
                <a16:creationId xmlns:a16="http://schemas.microsoft.com/office/drawing/2014/main" id="{F1D80973-386E-49DF-BDB0-8916E61B48F8}"/>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120665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8">
                                            <p:txEl>
                                              <p:pRg st="0" end="0"/>
                                            </p:txEl>
                                          </p:spTgt>
                                        </p:tgtEl>
                                        <p:attrNameLst>
                                          <p:attrName>style.visibility</p:attrName>
                                        </p:attrNameLst>
                                      </p:cBhvr>
                                      <p:to>
                                        <p:strVal val="visible"/>
                                      </p:to>
                                    </p:set>
                                    <p:anim calcmode="lin" valueType="num">
                                      <p:cBhvr additive="base">
                                        <p:cTn id="11" dur="500" fill="hold"/>
                                        <p:tgtEl>
                                          <p:spTgt spid="58">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 calcmode="lin" valueType="num">
                                      <p:cBhvr additive="base">
                                        <p:cTn id="39"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2">
                                            <p:txEl>
                                              <p:pRg st="0" end="0"/>
                                            </p:txEl>
                                          </p:spTgt>
                                        </p:tgtEl>
                                        <p:attrNameLst>
                                          <p:attrName>style.visibility</p:attrName>
                                        </p:attrNameLst>
                                      </p:cBhvr>
                                      <p:to>
                                        <p:strVal val="visible"/>
                                      </p:to>
                                    </p:set>
                                    <p:anim calcmode="lin" valueType="num">
                                      <p:cBhvr additive="base">
                                        <p:cTn id="73"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8" grpId="0" build="p">
        <p:tmplLst>
          <p:tmpl lvl="1">
            <p:tnLst>
              <p:par>
                <p:cTn presetID="2" presetClass="entr" presetSubtype="8"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0-#ppt_w/2"/>
                          </p:val>
                        </p:tav>
                        <p:tav tm="100000">
                          <p:val>
                            <p:strVal val="#ppt_x"/>
                          </p:val>
                        </p:tav>
                      </p:tavLst>
                    </p:anim>
                    <p:anim calcmode="lin" valueType="num">
                      <p:cBhvr additive="base">
                        <p:cTn dur="500" fill="hold"/>
                        <p:tgtEl>
                          <p:spTgt spid="58"/>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F22388B2-0599-4E03-8140-254515ECD381}"/>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Magellan</a:t>
            </a:r>
          </a:p>
        </p:txBody>
      </p:sp>
    </p:spTree>
    <p:extLst>
      <p:ext uri="{BB962C8B-B14F-4D97-AF65-F5344CB8AC3E}">
        <p14:creationId xmlns:p14="http://schemas.microsoft.com/office/powerpoint/2010/main" val="416620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accent6">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accent6">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77B7C9DE-6FDC-4FBC-8330-6FC6B87AFD34}"/>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Magellan</a:t>
            </a:r>
          </a:p>
        </p:txBody>
      </p:sp>
    </p:spTree>
    <p:extLst>
      <p:ext uri="{BB962C8B-B14F-4D97-AF65-F5344CB8AC3E}">
        <p14:creationId xmlns:p14="http://schemas.microsoft.com/office/powerpoint/2010/main" val="289516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a:noFill/>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265384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Espace réservé du texte 7">
            <a:extLst>
              <a:ext uri="{FF2B5EF4-FFF2-40B4-BE49-F238E27FC236}">
                <a16:creationId xmlns:a16="http://schemas.microsoft.com/office/drawing/2014/main" id="{4EA8A553-FF0C-42FF-8723-756302D494D3}"/>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Tree>
    <p:extLst>
      <p:ext uri="{BB962C8B-B14F-4D97-AF65-F5344CB8AC3E}">
        <p14:creationId xmlns:p14="http://schemas.microsoft.com/office/powerpoint/2010/main" val="267390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706631"/>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C88398"/>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738843"/>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C88398"/>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738845"/>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C88398"/>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384937"/>
            <a:ext cx="1342132" cy="1499658"/>
          </a:xfrm>
          <a:prstGeom prst="rect">
            <a:avLst/>
          </a:prstGeom>
          <a:solidFill>
            <a:schemeClr val="bg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384938"/>
            <a:ext cx="1342132" cy="1499658"/>
          </a:xfrm>
          <a:prstGeom prst="rect">
            <a:avLst/>
          </a:prstGeom>
          <a:solidFill>
            <a:schemeClr val="bg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430216"/>
            <a:ext cx="1342132" cy="1499658"/>
          </a:xfrm>
          <a:prstGeom prst="rect">
            <a:avLst/>
          </a:prstGeom>
          <a:solidFill>
            <a:schemeClr val="bg2">
              <a:lumMod val="20000"/>
              <a:lumOff val="80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4" name="Espace réservé du texte 7">
            <a:extLst>
              <a:ext uri="{FF2B5EF4-FFF2-40B4-BE49-F238E27FC236}">
                <a16:creationId xmlns:a16="http://schemas.microsoft.com/office/drawing/2014/main" id="{0B64A288-6362-447F-B1E0-F01B8B9BBF64}"/>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Tree>
    <p:extLst>
      <p:ext uri="{BB962C8B-B14F-4D97-AF65-F5344CB8AC3E}">
        <p14:creationId xmlns:p14="http://schemas.microsoft.com/office/powerpoint/2010/main" val="153037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8" name="Espace réservé du texte 7">
            <a:extLst>
              <a:ext uri="{FF2B5EF4-FFF2-40B4-BE49-F238E27FC236}">
                <a16:creationId xmlns:a16="http://schemas.microsoft.com/office/drawing/2014/main" id="{B8C0B274-9FA6-4D29-BD6E-288D3CDA823D}"/>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
        <p:nvSpPr>
          <p:cNvPr id="33" name="Oval 28">
            <a:extLst>
              <a:ext uri="{FF2B5EF4-FFF2-40B4-BE49-F238E27FC236}">
                <a16:creationId xmlns:a16="http://schemas.microsoft.com/office/drawing/2014/main" id="{0BBEA851-3A24-4614-B33E-100CD02955B6}"/>
              </a:ext>
            </a:extLst>
          </p:cNvPr>
          <p:cNvSpPr/>
          <p:nvPr userDrawn="1"/>
        </p:nvSpPr>
        <p:spPr>
          <a:xfrm>
            <a:off x="3009769" y="3178586"/>
            <a:ext cx="1134692" cy="2913299"/>
          </a:xfrm>
          <a:prstGeom prst="ellipse">
            <a:avLst/>
          </a:prstGeom>
          <a:solidFill>
            <a:srgbClr val="C88398"/>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4" name="Oval 30">
            <a:extLst>
              <a:ext uri="{FF2B5EF4-FFF2-40B4-BE49-F238E27FC236}">
                <a16:creationId xmlns:a16="http://schemas.microsoft.com/office/drawing/2014/main" id="{86706AF0-42CF-40E1-A4CC-677B19D82219}"/>
              </a:ext>
            </a:extLst>
          </p:cNvPr>
          <p:cNvSpPr/>
          <p:nvPr userDrawn="1"/>
        </p:nvSpPr>
        <p:spPr>
          <a:xfrm>
            <a:off x="4274059" y="2790889"/>
            <a:ext cx="709107" cy="1820916"/>
          </a:xfrm>
          <a:prstGeom prst="ellipse">
            <a:avLst/>
          </a:prstGeom>
          <a:solidFill>
            <a:schemeClr val="bg1"/>
          </a:solidFill>
          <a:ln w="12700">
            <a:solidFill>
              <a:srgbClr val="1F3057"/>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35" name="Oval 28">
            <a:extLst>
              <a:ext uri="{FF2B5EF4-FFF2-40B4-BE49-F238E27FC236}">
                <a16:creationId xmlns:a16="http://schemas.microsoft.com/office/drawing/2014/main" id="{3173F139-67E4-4CDB-A0CA-A05158383854}"/>
              </a:ext>
            </a:extLst>
          </p:cNvPr>
          <p:cNvSpPr/>
          <p:nvPr userDrawn="1"/>
        </p:nvSpPr>
        <p:spPr>
          <a:xfrm>
            <a:off x="4061266" y="4979366"/>
            <a:ext cx="1134692" cy="2913299"/>
          </a:xfrm>
          <a:prstGeom prst="ellipse">
            <a:avLst/>
          </a:prstGeom>
          <a:solidFill>
            <a:srgbClr val="99D6D8"/>
          </a:solidFill>
          <a:ln>
            <a:solidFill>
              <a:srgbClr val="99D6D8"/>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6" name="Oval 28">
            <a:extLst>
              <a:ext uri="{FF2B5EF4-FFF2-40B4-BE49-F238E27FC236}">
                <a16:creationId xmlns:a16="http://schemas.microsoft.com/office/drawing/2014/main" id="{9E98E22F-B217-49AF-9ABD-0CC19A309512}"/>
              </a:ext>
            </a:extLst>
          </p:cNvPr>
          <p:cNvSpPr/>
          <p:nvPr userDrawn="1"/>
        </p:nvSpPr>
        <p:spPr>
          <a:xfrm>
            <a:off x="5195958" y="3183793"/>
            <a:ext cx="809202" cy="2077609"/>
          </a:xfrm>
          <a:prstGeom prst="ellipse">
            <a:avLst/>
          </a:prstGeom>
          <a:solidFill>
            <a:srgbClr val="C88398"/>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7" name="Oval 28">
            <a:extLst>
              <a:ext uri="{FF2B5EF4-FFF2-40B4-BE49-F238E27FC236}">
                <a16:creationId xmlns:a16="http://schemas.microsoft.com/office/drawing/2014/main" id="{C9C5F982-6585-4690-A7D5-B9E569C820EB}"/>
              </a:ext>
            </a:extLst>
          </p:cNvPr>
          <p:cNvSpPr/>
          <p:nvPr userDrawn="1"/>
        </p:nvSpPr>
        <p:spPr>
          <a:xfrm>
            <a:off x="5428669" y="5695949"/>
            <a:ext cx="576492" cy="1480131"/>
          </a:xfrm>
          <a:prstGeom prst="ellipse">
            <a:avLst/>
          </a:prstGeom>
          <a:solidFill>
            <a:srgbClr val="90A538"/>
          </a:solidFill>
          <a:ln>
            <a:solidFill>
              <a:schemeClr val="bg1"/>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38" name="Фигура">
            <a:extLst>
              <a:ext uri="{FF2B5EF4-FFF2-40B4-BE49-F238E27FC236}">
                <a16:creationId xmlns:a16="http://schemas.microsoft.com/office/drawing/2014/main" id="{5B194D17-0DF0-4B0B-BCB3-388E2AF34E7E}"/>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90A538"/>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9" name="Espace réservé du texte 18">
            <a:extLst>
              <a:ext uri="{FF2B5EF4-FFF2-40B4-BE49-F238E27FC236}">
                <a16:creationId xmlns:a16="http://schemas.microsoft.com/office/drawing/2014/main" id="{B44B2509-D075-44D4-A520-776DD75C92A5}"/>
              </a:ext>
            </a:extLst>
          </p:cNvPr>
          <p:cNvSpPr>
            <a:spLocks noGrp="1"/>
          </p:cNvSpPr>
          <p:nvPr>
            <p:ph type="body" sz="quarter" idx="14" hasCustomPrompt="1"/>
          </p:nvPr>
        </p:nvSpPr>
        <p:spPr>
          <a:xfrm>
            <a:off x="732143" y="3665959"/>
            <a:ext cx="1559053" cy="680676"/>
          </a:xfrm>
          <a:prstGeom prst="rect">
            <a:avLst/>
          </a:prstGeom>
        </p:spPr>
        <p:txBody>
          <a:bodyPr/>
          <a:lstStyle>
            <a:lvl1pPr marL="0" indent="0" algn="ctr">
              <a:buNone/>
              <a:defRPr>
                <a:latin typeface="Roboto Bk" pitchFamily="2" charset="0"/>
                <a:ea typeface="Roboto Bk" pitchFamily="2" charset="0"/>
              </a:defRPr>
            </a:lvl1pPr>
          </a:lstStyle>
          <a:p>
            <a:pPr lvl="0"/>
            <a:r>
              <a:rPr lang="fr-FR" dirty="0"/>
              <a:t>Intitulé</a:t>
            </a:r>
          </a:p>
        </p:txBody>
      </p:sp>
      <p:sp>
        <p:nvSpPr>
          <p:cNvPr id="40" name="Espace réservé du texte 3">
            <a:extLst>
              <a:ext uri="{FF2B5EF4-FFF2-40B4-BE49-F238E27FC236}">
                <a16:creationId xmlns:a16="http://schemas.microsoft.com/office/drawing/2014/main" id="{B02883F9-7E0C-4196-82F6-142670C5D67A}"/>
              </a:ext>
            </a:extLst>
          </p:cNvPr>
          <p:cNvSpPr>
            <a:spLocks noGrp="1"/>
          </p:cNvSpPr>
          <p:nvPr>
            <p:ph type="body" sz="quarter" idx="15"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41" name="Espace réservé du texte 3">
            <a:extLst>
              <a:ext uri="{FF2B5EF4-FFF2-40B4-BE49-F238E27FC236}">
                <a16:creationId xmlns:a16="http://schemas.microsoft.com/office/drawing/2014/main" id="{42A6CAB5-0D7B-47AC-9777-95A090FEDA98}"/>
              </a:ext>
            </a:extLst>
          </p:cNvPr>
          <p:cNvSpPr>
            <a:spLocks noGrp="1"/>
          </p:cNvSpPr>
          <p:nvPr>
            <p:ph type="body" sz="quarter" idx="16"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42" name="Espace réservé du texte 22">
            <a:extLst>
              <a:ext uri="{FF2B5EF4-FFF2-40B4-BE49-F238E27FC236}">
                <a16:creationId xmlns:a16="http://schemas.microsoft.com/office/drawing/2014/main" id="{6CA0D8CC-5706-46F4-B8C1-07125A0575F8}"/>
              </a:ext>
            </a:extLst>
          </p:cNvPr>
          <p:cNvSpPr>
            <a:spLocks noGrp="1"/>
          </p:cNvSpPr>
          <p:nvPr>
            <p:ph type="body" sz="quarter" idx="17"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43" name="Espace réservé du texte 24">
            <a:extLst>
              <a:ext uri="{FF2B5EF4-FFF2-40B4-BE49-F238E27FC236}">
                <a16:creationId xmlns:a16="http://schemas.microsoft.com/office/drawing/2014/main" id="{E822A928-34F8-4E2F-AC4B-6A1D80413C95}"/>
              </a:ext>
            </a:extLst>
          </p:cNvPr>
          <p:cNvSpPr>
            <a:spLocks noGrp="1"/>
          </p:cNvSpPr>
          <p:nvPr>
            <p:ph type="body" sz="quarter" idx="18"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rgbClr val="99D6D8"/>
                </a:solidFill>
                <a:latin typeface="Roboto Bk" pitchFamily="2" charset="0"/>
                <a:ea typeface="Roboto Bk" pitchFamily="2" charset="0"/>
              </a:defRPr>
            </a:lvl1pPr>
          </a:lstStyle>
          <a:p>
            <a:pPr lvl="0"/>
            <a:r>
              <a:rPr lang="fr-FR" dirty="0"/>
              <a:t>00</a:t>
            </a:r>
          </a:p>
        </p:txBody>
      </p:sp>
      <p:sp>
        <p:nvSpPr>
          <p:cNvPr id="44" name="Espace réservé du texte 26">
            <a:extLst>
              <a:ext uri="{FF2B5EF4-FFF2-40B4-BE49-F238E27FC236}">
                <a16:creationId xmlns:a16="http://schemas.microsoft.com/office/drawing/2014/main" id="{81C6E134-383D-486D-856F-0459EE773D39}"/>
              </a:ext>
            </a:extLst>
          </p:cNvPr>
          <p:cNvSpPr>
            <a:spLocks noGrp="1"/>
          </p:cNvSpPr>
          <p:nvPr>
            <p:ph type="body" sz="quarter" idx="19" hasCustomPrompt="1"/>
          </p:nvPr>
        </p:nvSpPr>
        <p:spPr>
          <a:xfrm>
            <a:off x="5521261" y="5955607"/>
            <a:ext cx="411659" cy="1032464"/>
          </a:xfrm>
          <a:prstGeom prst="rect">
            <a:avLst/>
          </a:prstGeom>
          <a:noFill/>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chemeClr val="bg1"/>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172909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wipe(left)">
                                      <p:cBhvr>
                                        <p:cTn id="7" dur="500"/>
                                        <p:tgtEl>
                                          <p:spTgt spid="3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left)">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0">
                                            <p:txEl>
                                              <p:pRg st="0" end="0"/>
                                            </p:txEl>
                                          </p:spTgt>
                                        </p:tgtEl>
                                        <p:attrNameLst>
                                          <p:attrName>style.visibility</p:attrName>
                                        </p:attrNameLst>
                                      </p:cBhvr>
                                      <p:to>
                                        <p:strVal val="visible"/>
                                      </p:to>
                                    </p:set>
                                    <p:animEffect transition="in" filter="fade">
                                      <p:cBhvr>
                                        <p:cTn id="15" dur="1000"/>
                                        <p:tgtEl>
                                          <p:spTgt spid="40">
                                            <p:txEl>
                                              <p:pRg st="0" end="0"/>
                                            </p:txEl>
                                          </p:spTgt>
                                        </p:tgtEl>
                                      </p:cBhvr>
                                    </p:animEffect>
                                    <p:anim calcmode="lin" valueType="num">
                                      <p:cBhvr>
                                        <p:cTn id="16" dur="1000" fill="hold"/>
                                        <p:tgtEl>
                                          <p:spTgt spid="40">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40">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1000"/>
                                        <p:tgtEl>
                                          <p:spTgt spid="33"/>
                                        </p:tgtEl>
                                      </p:cBhvr>
                                    </p:animEffect>
                                    <p:anim calcmode="lin" valueType="num">
                                      <p:cBhvr>
                                        <p:cTn id="21" dur="1000" fill="hold"/>
                                        <p:tgtEl>
                                          <p:spTgt spid="33"/>
                                        </p:tgtEl>
                                        <p:attrNameLst>
                                          <p:attrName>ppt_x</p:attrName>
                                        </p:attrNameLst>
                                      </p:cBhvr>
                                      <p:tavLst>
                                        <p:tav tm="0">
                                          <p:val>
                                            <p:strVal val="#ppt_x"/>
                                          </p:val>
                                        </p:tav>
                                        <p:tav tm="100000">
                                          <p:val>
                                            <p:strVal val="#ppt_x"/>
                                          </p:val>
                                        </p:tav>
                                      </p:tavLst>
                                    </p:anim>
                                    <p:anim calcmode="lin" valueType="num">
                                      <p:cBhvr>
                                        <p:cTn id="2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3">
                                            <p:txEl>
                                              <p:pRg st="0" end="0"/>
                                            </p:txEl>
                                          </p:spTgt>
                                        </p:tgtEl>
                                        <p:attrNameLst>
                                          <p:attrName>style.visibility</p:attrName>
                                        </p:attrNameLst>
                                      </p:cBhvr>
                                      <p:to>
                                        <p:strVal val="visible"/>
                                      </p:to>
                                    </p:set>
                                    <p:animEffect transition="in" filter="fade">
                                      <p:cBhvr>
                                        <p:cTn id="27" dur="1000"/>
                                        <p:tgtEl>
                                          <p:spTgt spid="43">
                                            <p:txEl>
                                              <p:pRg st="0" end="0"/>
                                            </p:txEl>
                                          </p:spTgt>
                                        </p:tgtEl>
                                      </p:cBhvr>
                                    </p:animEffect>
                                    <p:anim calcmode="lin" valueType="num">
                                      <p:cBhvr>
                                        <p:cTn id="28"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43">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1000"/>
                                        <p:tgtEl>
                                          <p:spTgt spid="34"/>
                                        </p:tgtEl>
                                      </p:cBhvr>
                                    </p:animEffect>
                                    <p:anim calcmode="lin" valueType="num">
                                      <p:cBhvr>
                                        <p:cTn id="33" dur="1000" fill="hold"/>
                                        <p:tgtEl>
                                          <p:spTgt spid="34"/>
                                        </p:tgtEl>
                                        <p:attrNameLst>
                                          <p:attrName>ppt_x</p:attrName>
                                        </p:attrNameLst>
                                      </p:cBhvr>
                                      <p:tavLst>
                                        <p:tav tm="0">
                                          <p:val>
                                            <p:strVal val="#ppt_x"/>
                                          </p:val>
                                        </p:tav>
                                        <p:tav tm="100000">
                                          <p:val>
                                            <p:strVal val="#ppt_x"/>
                                          </p:val>
                                        </p:tav>
                                      </p:tavLst>
                                    </p:anim>
                                    <p:anim calcmode="lin" valueType="num">
                                      <p:cBhvr>
                                        <p:cTn id="3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1">
                                            <p:txEl>
                                              <p:pRg st="0" end="0"/>
                                            </p:txEl>
                                          </p:spTgt>
                                        </p:tgtEl>
                                        <p:attrNameLst>
                                          <p:attrName>style.visibility</p:attrName>
                                        </p:attrNameLst>
                                      </p:cBhvr>
                                      <p:to>
                                        <p:strVal val="visible"/>
                                      </p:to>
                                    </p:set>
                                    <p:animEffect transition="in" filter="fade">
                                      <p:cBhvr>
                                        <p:cTn id="39" dur="1000"/>
                                        <p:tgtEl>
                                          <p:spTgt spid="41">
                                            <p:txEl>
                                              <p:pRg st="0" end="0"/>
                                            </p:txEl>
                                          </p:spTgt>
                                        </p:tgtEl>
                                      </p:cBhvr>
                                    </p:animEffect>
                                    <p:anim calcmode="lin" valueType="num">
                                      <p:cBhvr>
                                        <p:cTn id="40"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41">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1000"/>
                                        <p:tgtEl>
                                          <p:spTgt spid="35"/>
                                        </p:tgtEl>
                                      </p:cBhvr>
                                    </p:animEffect>
                                    <p:anim calcmode="lin" valueType="num">
                                      <p:cBhvr>
                                        <p:cTn id="45" dur="1000" fill="hold"/>
                                        <p:tgtEl>
                                          <p:spTgt spid="35"/>
                                        </p:tgtEl>
                                        <p:attrNameLst>
                                          <p:attrName>ppt_x</p:attrName>
                                        </p:attrNameLst>
                                      </p:cBhvr>
                                      <p:tavLst>
                                        <p:tav tm="0">
                                          <p:val>
                                            <p:strVal val="#ppt_x"/>
                                          </p:val>
                                        </p:tav>
                                        <p:tav tm="100000">
                                          <p:val>
                                            <p:strVal val="#ppt_x"/>
                                          </p:val>
                                        </p:tav>
                                      </p:tavLst>
                                    </p:anim>
                                    <p:anim calcmode="lin" valueType="num">
                                      <p:cBhvr>
                                        <p:cTn id="4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2">
                                            <p:txEl>
                                              <p:pRg st="0" end="0"/>
                                            </p:txEl>
                                          </p:spTgt>
                                        </p:tgtEl>
                                        <p:attrNameLst>
                                          <p:attrName>style.visibility</p:attrName>
                                        </p:attrNameLst>
                                      </p:cBhvr>
                                      <p:to>
                                        <p:strVal val="visible"/>
                                      </p:to>
                                    </p:set>
                                    <p:animEffect transition="in" filter="fade">
                                      <p:cBhvr>
                                        <p:cTn id="51" dur="1000"/>
                                        <p:tgtEl>
                                          <p:spTgt spid="42">
                                            <p:txEl>
                                              <p:pRg st="0" end="0"/>
                                            </p:txEl>
                                          </p:spTgt>
                                        </p:tgtEl>
                                      </p:cBhvr>
                                    </p:animEffect>
                                    <p:anim calcmode="lin" valueType="num">
                                      <p:cBhvr>
                                        <p:cTn id="52"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42">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anim calcmode="lin" valueType="num">
                                      <p:cBhvr>
                                        <p:cTn id="57" dur="1000" fill="hold"/>
                                        <p:tgtEl>
                                          <p:spTgt spid="36"/>
                                        </p:tgtEl>
                                        <p:attrNameLst>
                                          <p:attrName>ppt_x</p:attrName>
                                        </p:attrNameLst>
                                      </p:cBhvr>
                                      <p:tavLst>
                                        <p:tav tm="0">
                                          <p:val>
                                            <p:strVal val="#ppt_x"/>
                                          </p:val>
                                        </p:tav>
                                        <p:tav tm="100000">
                                          <p:val>
                                            <p:strVal val="#ppt_x"/>
                                          </p:val>
                                        </p:tav>
                                      </p:tavLst>
                                    </p:anim>
                                    <p:anim calcmode="lin" valueType="num">
                                      <p:cBhvr>
                                        <p:cTn id="5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4">
                                            <p:txEl>
                                              <p:pRg st="0" end="0"/>
                                            </p:txEl>
                                          </p:spTgt>
                                        </p:tgtEl>
                                        <p:attrNameLst>
                                          <p:attrName>style.visibility</p:attrName>
                                        </p:attrNameLst>
                                      </p:cBhvr>
                                      <p:to>
                                        <p:strVal val="visible"/>
                                      </p:to>
                                    </p:set>
                                    <p:animEffect transition="in" filter="fade">
                                      <p:cBhvr>
                                        <p:cTn id="63" dur="1000"/>
                                        <p:tgtEl>
                                          <p:spTgt spid="44">
                                            <p:txEl>
                                              <p:pRg st="0" end="0"/>
                                            </p:txEl>
                                          </p:spTgt>
                                        </p:tgtEl>
                                      </p:cBhvr>
                                    </p:animEffect>
                                    <p:anim calcmode="lin" valueType="num">
                                      <p:cBhvr>
                                        <p:cTn id="64"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44">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1000"/>
                                        <p:tgtEl>
                                          <p:spTgt spid="37"/>
                                        </p:tgtEl>
                                      </p:cBhvr>
                                    </p:animEffect>
                                    <p:anim calcmode="lin" valueType="num">
                                      <p:cBhvr>
                                        <p:cTn id="69" dur="1000" fill="hold"/>
                                        <p:tgtEl>
                                          <p:spTgt spid="37"/>
                                        </p:tgtEl>
                                        <p:attrNameLst>
                                          <p:attrName>ppt_x</p:attrName>
                                        </p:attrNameLst>
                                      </p:cBhvr>
                                      <p:tavLst>
                                        <p:tav tm="0">
                                          <p:val>
                                            <p:strVal val="#ppt_x"/>
                                          </p:val>
                                        </p:tav>
                                        <p:tav tm="100000">
                                          <p:val>
                                            <p:strVal val="#ppt_x"/>
                                          </p:val>
                                        </p:tav>
                                      </p:tavLst>
                                    </p:anim>
                                    <p:anim calcmode="lin" valueType="num">
                                      <p:cBhvr>
                                        <p:cTn id="70"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build="p">
        <p:tmplLst>
          <p:tmpl lvl="1">
            <p:tnLst>
              <p:par>
                <p:cTn presetID="22" presetClass="entr" presetSubtype="8" fill="hold" nodeType="click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wipe(left)">
                      <p:cBhvr>
                        <p:cTn dur="500"/>
                        <p:tgtEl>
                          <p:spTgt spid="39"/>
                        </p:tgtEl>
                      </p:cBhvr>
                    </p:animEffect>
                  </p:childTnLst>
                </p:cTn>
              </p:par>
            </p:tnLst>
          </p:tmpl>
        </p:tmplLst>
      </p:bldP>
      <p:bldP spid="40" grpId="0" build="p">
        <p:tmplLst>
          <p:tmpl lvl="1">
            <p:tnLst>
              <p:par>
                <p:cTn presetID="42" presetClass="entr" presetSubtype="0"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1000"/>
                        <p:tgtEl>
                          <p:spTgt spid="40"/>
                        </p:tgtEl>
                      </p:cBhvr>
                    </p:animEffect>
                    <p:anim calcmode="lin" valueType="num">
                      <p:cBhvr>
                        <p:cTn dur="1000" fill="hold"/>
                        <p:tgtEl>
                          <p:spTgt spid="40"/>
                        </p:tgtEl>
                        <p:attrNameLst>
                          <p:attrName>ppt_x</p:attrName>
                        </p:attrNameLst>
                      </p:cBhvr>
                      <p:tavLst>
                        <p:tav tm="0">
                          <p:val>
                            <p:strVal val="#ppt_x"/>
                          </p:val>
                        </p:tav>
                        <p:tav tm="100000">
                          <p:val>
                            <p:strVal val="#ppt_x"/>
                          </p:val>
                        </p:tav>
                      </p:tavLst>
                    </p:anim>
                    <p:anim calcmode="lin" valueType="num">
                      <p:cBhvr>
                        <p:cTn dur="1000" fill="hold"/>
                        <p:tgtEl>
                          <p:spTgt spid="40"/>
                        </p:tgtEl>
                        <p:attrNameLst>
                          <p:attrName>ppt_y</p:attrName>
                        </p:attrNameLst>
                      </p:cBhvr>
                      <p:tavLst>
                        <p:tav tm="0">
                          <p:val>
                            <p:strVal val="#ppt_y+.1"/>
                          </p:val>
                        </p:tav>
                        <p:tav tm="100000">
                          <p:val>
                            <p:strVal val="#ppt_y"/>
                          </p:val>
                        </p:tav>
                      </p:tavLst>
                    </p:anim>
                  </p:childTnLst>
                </p:cTn>
              </p:par>
            </p:tnLst>
          </p:tmpl>
        </p:tmplLst>
      </p:bldP>
      <p:bldP spid="41" grpId="0" build="p">
        <p:tmplLst>
          <p:tmpl lvl="1">
            <p:tnLst>
              <p:par>
                <p:cTn presetID="42" presetClass="entr" presetSubtype="0" fill="hold" nodeType="click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anim calcmode="lin" valueType="num">
                      <p:cBhvr>
                        <p:cTn dur="1000" fill="hold"/>
                        <p:tgtEl>
                          <p:spTgt spid="41"/>
                        </p:tgtEl>
                        <p:attrNameLst>
                          <p:attrName>ppt_x</p:attrName>
                        </p:attrNameLst>
                      </p:cBhvr>
                      <p:tavLst>
                        <p:tav tm="0">
                          <p:val>
                            <p:strVal val="#ppt_x"/>
                          </p:val>
                        </p:tav>
                        <p:tav tm="100000">
                          <p:val>
                            <p:strVal val="#ppt_x"/>
                          </p:val>
                        </p:tav>
                      </p:tavLst>
                    </p:anim>
                    <p:anim calcmode="lin" valueType="num">
                      <p:cBhvr>
                        <p:cTn dur="1000" fill="hold"/>
                        <p:tgtEl>
                          <p:spTgt spid="41"/>
                        </p:tgtEl>
                        <p:attrNameLst>
                          <p:attrName>ppt_y</p:attrName>
                        </p:attrNameLst>
                      </p:cBhvr>
                      <p:tavLst>
                        <p:tav tm="0">
                          <p:val>
                            <p:strVal val="#ppt_y+.1"/>
                          </p:val>
                        </p:tav>
                        <p:tav tm="100000">
                          <p:val>
                            <p:strVal val="#ppt_y"/>
                          </p:val>
                        </p:tav>
                      </p:tavLst>
                    </p:anim>
                  </p:childTnLst>
                </p:cTn>
              </p:par>
            </p:tnLst>
          </p:tmpl>
        </p:tmplLst>
      </p:bldP>
      <p:bldP spid="42" grpId="0" build="p">
        <p:tmplLst>
          <p:tmpl lvl="1">
            <p:tnLst>
              <p:par>
                <p:cTn presetID="42" presetClass="entr" presetSubtype="0"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anim calcmode="lin" valueType="num">
                      <p:cBhvr>
                        <p:cTn dur="1000" fill="hold"/>
                        <p:tgtEl>
                          <p:spTgt spid="42"/>
                        </p:tgtEl>
                        <p:attrNameLst>
                          <p:attrName>ppt_x</p:attrName>
                        </p:attrNameLst>
                      </p:cBhvr>
                      <p:tavLst>
                        <p:tav tm="0">
                          <p:val>
                            <p:strVal val="#ppt_x"/>
                          </p:val>
                        </p:tav>
                        <p:tav tm="100000">
                          <p:val>
                            <p:strVal val="#ppt_x"/>
                          </p:val>
                        </p:tav>
                      </p:tavLst>
                    </p:anim>
                    <p:anim calcmode="lin" valueType="num">
                      <p:cBhvr>
                        <p:cTn dur="1000" fill="hold"/>
                        <p:tgtEl>
                          <p:spTgt spid="42"/>
                        </p:tgtEl>
                        <p:attrNameLst>
                          <p:attrName>ppt_y</p:attrName>
                        </p:attrNameLst>
                      </p:cBhvr>
                      <p:tavLst>
                        <p:tav tm="0">
                          <p:val>
                            <p:strVal val="#ppt_y+.1"/>
                          </p:val>
                        </p:tav>
                        <p:tav tm="100000">
                          <p:val>
                            <p:strVal val="#ppt_y"/>
                          </p:val>
                        </p:tav>
                      </p:tavLst>
                    </p:anim>
                  </p:childTnLst>
                </p:cTn>
              </p:par>
            </p:tnLst>
          </p:tmpl>
        </p:tmplLst>
      </p:bldP>
      <p:bldP spid="43" grpId="0" build="p">
        <p:tmplLst>
          <p:tmpl lvl="1">
            <p:tnLst>
              <p:par>
                <p:cTn presetID="42" presetClass="entr" presetSubtype="0" fill="hold" nodeType="click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anim calcmode="lin" valueType="num">
                      <p:cBhvr>
                        <p:cTn dur="1000" fill="hold"/>
                        <p:tgtEl>
                          <p:spTgt spid="43"/>
                        </p:tgtEl>
                        <p:attrNameLst>
                          <p:attrName>ppt_x</p:attrName>
                        </p:attrNameLst>
                      </p:cBhvr>
                      <p:tavLst>
                        <p:tav tm="0">
                          <p:val>
                            <p:strVal val="#ppt_x"/>
                          </p:val>
                        </p:tav>
                        <p:tav tm="100000">
                          <p:val>
                            <p:strVal val="#ppt_x"/>
                          </p:val>
                        </p:tav>
                      </p:tavLst>
                    </p:anim>
                    <p:anim calcmode="lin" valueType="num">
                      <p:cBhvr>
                        <p:cTn dur="1000" fill="hold"/>
                        <p:tgtEl>
                          <p:spTgt spid="43"/>
                        </p:tgtEl>
                        <p:attrNameLst>
                          <p:attrName>ppt_y</p:attrName>
                        </p:attrNameLst>
                      </p:cBhvr>
                      <p:tavLst>
                        <p:tav tm="0">
                          <p:val>
                            <p:strVal val="#ppt_y+.1"/>
                          </p:val>
                        </p:tav>
                        <p:tav tm="100000">
                          <p:val>
                            <p:strVal val="#ppt_y"/>
                          </p:val>
                        </p:tav>
                      </p:tavLst>
                    </p:anim>
                  </p:childTnLst>
                </p:cTn>
              </p:par>
            </p:tnLst>
          </p:tmpl>
        </p:tmplLst>
      </p:bldP>
      <p:bldP spid="44" grpId="0" build="p">
        <p:tmplLst>
          <p:tmpl lvl="1">
            <p:tnLst>
              <p:par>
                <p:cTn presetID="42" presetClass="entr" presetSubtype="0" fill="hold" nodeType="click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anim calcmode="lin" valueType="num">
                      <p:cBhvr>
                        <p:cTn dur="1000" fill="hold"/>
                        <p:tgtEl>
                          <p:spTgt spid="44"/>
                        </p:tgtEl>
                        <p:attrNameLst>
                          <p:attrName>ppt_x</p:attrName>
                        </p:attrNameLst>
                      </p:cBhvr>
                      <p:tavLst>
                        <p:tav tm="0">
                          <p:val>
                            <p:strVal val="#ppt_x"/>
                          </p:val>
                        </p:tav>
                        <p:tav tm="100000">
                          <p:val>
                            <p:strVal val="#ppt_x"/>
                          </p:val>
                        </p:tav>
                      </p:tavLst>
                    </p:anim>
                    <p:anim calcmode="lin" valueType="num">
                      <p:cBhvr>
                        <p:cTn dur="1000" fill="hold"/>
                        <p:tgtEl>
                          <p:spTgt spid="4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rgbClr val="5CBEC1"/>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rgbClr val="5CB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rgbClr val="C883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rgbClr val="90A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5CBEC1"/>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C88398"/>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90A538"/>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3" name="Espace réservé du texte 7">
            <a:extLst>
              <a:ext uri="{FF2B5EF4-FFF2-40B4-BE49-F238E27FC236}">
                <a16:creationId xmlns:a16="http://schemas.microsoft.com/office/drawing/2014/main" id="{901C58E8-45B3-41C2-9A8D-DE1F23CED13F}"/>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
        <p:nvSpPr>
          <p:cNvPr id="45" name="Espace réservé du texte 4">
            <a:extLst>
              <a:ext uri="{FF2B5EF4-FFF2-40B4-BE49-F238E27FC236}">
                <a16:creationId xmlns:a16="http://schemas.microsoft.com/office/drawing/2014/main" id="{3D81C71C-8D31-459B-B1D7-507BF3F3FDE2}"/>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B2D2B268-0A4F-4E4C-BC52-D04CD58041E7}"/>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1CF5EFD4-1C37-4BCF-9D7B-11FA7683FEAD}"/>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80D6B9B9-E2C3-4A7D-BE9E-0BC666857E8C}"/>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C98DE3E1-8D82-43B2-A6DE-14C65920FDFA}"/>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93E04F15-85D0-460E-B9F1-269DD3A562C7}"/>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43A45CF5-4FC9-49FF-AD11-D55767003928}"/>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68B46C96-4122-4432-88F8-722E1C88D9E9}"/>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5EC6B951-2FEC-4F39-8906-DD618FDF0691}"/>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89EA01D8-D45C-482F-8207-C40A7DB0894D}"/>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D7BB7BD0-BBB8-40C2-9557-6974E15A16DF}"/>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1C034C99-0D27-4585-93F9-6305D89C9591}"/>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7" name="Espace réservé du texte 4">
            <a:extLst>
              <a:ext uri="{FF2B5EF4-FFF2-40B4-BE49-F238E27FC236}">
                <a16:creationId xmlns:a16="http://schemas.microsoft.com/office/drawing/2014/main" id="{40C900DC-BC34-41E1-A5CA-43236749998C}"/>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334844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 calcmode="lin" valueType="num">
                                      <p:cBhvr additive="base">
                                        <p:cTn id="7"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 calcmode="lin" valueType="num">
                                      <p:cBhvr additive="base">
                                        <p:cTn id="39"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2">
                                            <p:txEl>
                                              <p:pRg st="0" end="0"/>
                                            </p:txEl>
                                          </p:spTgt>
                                        </p:tgtEl>
                                        <p:attrNameLst>
                                          <p:attrName>style.visibility</p:attrName>
                                        </p:attrNameLst>
                                      </p:cBhvr>
                                      <p:to>
                                        <p:strVal val="visible"/>
                                      </p:to>
                                    </p:set>
                                    <p:anim calcmode="lin" valueType="num">
                                      <p:cBhvr additive="base">
                                        <p:cTn id="73"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7" grpId="0" build="p">
        <p:tmplLst>
          <p:tmpl lvl="1">
            <p:tnLst>
              <p:par>
                <p:cTn presetID="2" presetClass="entr" presetSubtype="8"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D66B90E7-6EE5-4AEE-B4D0-2D98B4A2D2EC}"/>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Tree>
    <p:extLst>
      <p:ext uri="{BB962C8B-B14F-4D97-AF65-F5344CB8AC3E}">
        <p14:creationId xmlns:p14="http://schemas.microsoft.com/office/powerpoint/2010/main" val="316617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rgbClr val="5CBEC1"/>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rgbClr val="5CBEC1"/>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A32A5DD6-D081-487D-AAAB-4BF0B6CA3C5E}"/>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chabullons</a:t>
            </a:r>
            <a:endParaRPr lang="fr-FR" dirty="0"/>
          </a:p>
        </p:txBody>
      </p:sp>
    </p:spTree>
    <p:extLst>
      <p:ext uri="{BB962C8B-B14F-4D97-AF65-F5344CB8AC3E}">
        <p14:creationId xmlns:p14="http://schemas.microsoft.com/office/powerpoint/2010/main" val="69269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301534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1" name="Espace réservé du texte 7">
            <a:extLst>
              <a:ext uri="{FF2B5EF4-FFF2-40B4-BE49-F238E27FC236}">
                <a16:creationId xmlns:a16="http://schemas.microsoft.com/office/drawing/2014/main" id="{2F8D904E-53EA-4E17-B8E6-BA55F4C497F7}"/>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Tree>
    <p:extLst>
      <p:ext uri="{BB962C8B-B14F-4D97-AF65-F5344CB8AC3E}">
        <p14:creationId xmlns:p14="http://schemas.microsoft.com/office/powerpoint/2010/main" val="126590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rgbClr val="86BC25"/>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rgbClr val="E8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551235"/>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E6007E"/>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583447"/>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E6007E"/>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583449"/>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rgbClr val="E6007E"/>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306136" y="7475569"/>
            <a:ext cx="1342132" cy="1499658"/>
          </a:xfrm>
          <a:prstGeom prst="rect">
            <a:avLst/>
          </a:prstGeom>
          <a:solidFill>
            <a:srgbClr val="FFFFCC"/>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9042" y="7475570"/>
            <a:ext cx="1342132" cy="1499658"/>
          </a:xfrm>
          <a:prstGeom prst="rect">
            <a:avLst/>
          </a:prstGeom>
          <a:solidFill>
            <a:srgbClr val="FFFFCC"/>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31948" y="7520848"/>
            <a:ext cx="1342132" cy="1499658"/>
          </a:xfrm>
          <a:prstGeom prst="rect">
            <a:avLst/>
          </a:prstGeom>
          <a:solidFill>
            <a:srgbClr val="FFFFCC"/>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5" name="Espace réservé du texte 7">
            <a:extLst>
              <a:ext uri="{FF2B5EF4-FFF2-40B4-BE49-F238E27FC236}">
                <a16:creationId xmlns:a16="http://schemas.microsoft.com/office/drawing/2014/main" id="{6EC6DEB1-BCF9-4DAB-8A6F-3251B54BB9D1}"/>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Tree>
    <p:extLst>
      <p:ext uri="{BB962C8B-B14F-4D97-AF65-F5344CB8AC3E}">
        <p14:creationId xmlns:p14="http://schemas.microsoft.com/office/powerpoint/2010/main" val="182658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20" name="Espace réservé du texte 7">
            <a:extLst>
              <a:ext uri="{FF2B5EF4-FFF2-40B4-BE49-F238E27FC236}">
                <a16:creationId xmlns:a16="http://schemas.microsoft.com/office/drawing/2014/main" id="{FA8CAD7A-80B5-4580-8ED7-E8672A20197E}"/>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
        <p:nvSpPr>
          <p:cNvPr id="34" name="Oval 28">
            <a:extLst>
              <a:ext uri="{FF2B5EF4-FFF2-40B4-BE49-F238E27FC236}">
                <a16:creationId xmlns:a16="http://schemas.microsoft.com/office/drawing/2014/main" id="{36CCF7B5-03C8-44FB-BA5D-2DF789EF056F}"/>
              </a:ext>
            </a:extLst>
          </p:cNvPr>
          <p:cNvSpPr/>
          <p:nvPr userDrawn="1"/>
        </p:nvSpPr>
        <p:spPr>
          <a:xfrm>
            <a:off x="3009769" y="3178586"/>
            <a:ext cx="1134692" cy="2913299"/>
          </a:xfrm>
          <a:prstGeom prst="ellipse">
            <a:avLst/>
          </a:prstGeom>
          <a:solidFill>
            <a:srgbClr val="E6007E"/>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5" name="Oval 30">
            <a:extLst>
              <a:ext uri="{FF2B5EF4-FFF2-40B4-BE49-F238E27FC236}">
                <a16:creationId xmlns:a16="http://schemas.microsoft.com/office/drawing/2014/main" id="{619072FC-6876-477F-9DE0-8667561163B7}"/>
              </a:ext>
            </a:extLst>
          </p:cNvPr>
          <p:cNvSpPr/>
          <p:nvPr userDrawn="1"/>
        </p:nvSpPr>
        <p:spPr>
          <a:xfrm>
            <a:off x="4274059" y="2790889"/>
            <a:ext cx="709107" cy="1820916"/>
          </a:xfrm>
          <a:prstGeom prst="ellipse">
            <a:avLst/>
          </a:prstGeom>
          <a:solidFill>
            <a:schemeClr val="bg1"/>
          </a:solidFill>
          <a:ln w="12700">
            <a:solidFill>
              <a:srgbClr val="009FE3"/>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36" name="Oval 28">
            <a:extLst>
              <a:ext uri="{FF2B5EF4-FFF2-40B4-BE49-F238E27FC236}">
                <a16:creationId xmlns:a16="http://schemas.microsoft.com/office/drawing/2014/main" id="{BFB43316-32E1-45A2-BBCC-CF5DAACB2FDE}"/>
              </a:ext>
            </a:extLst>
          </p:cNvPr>
          <p:cNvSpPr/>
          <p:nvPr userDrawn="1"/>
        </p:nvSpPr>
        <p:spPr>
          <a:xfrm>
            <a:off x="4061266" y="4979366"/>
            <a:ext cx="1134692" cy="2913299"/>
          </a:xfrm>
          <a:prstGeom prst="ellipse">
            <a:avLst/>
          </a:prstGeom>
          <a:solidFill>
            <a:srgbClr val="009FE3"/>
          </a:solidFill>
          <a:ln>
            <a:solidFill>
              <a:srgbClr val="99D6D8"/>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7" name="Oval 28">
            <a:extLst>
              <a:ext uri="{FF2B5EF4-FFF2-40B4-BE49-F238E27FC236}">
                <a16:creationId xmlns:a16="http://schemas.microsoft.com/office/drawing/2014/main" id="{0184FBB7-400A-4B73-9440-9D53AA3EA2D3}"/>
              </a:ext>
            </a:extLst>
          </p:cNvPr>
          <p:cNvSpPr/>
          <p:nvPr userDrawn="1"/>
        </p:nvSpPr>
        <p:spPr>
          <a:xfrm>
            <a:off x="5195958" y="3183793"/>
            <a:ext cx="809202" cy="2077609"/>
          </a:xfrm>
          <a:prstGeom prst="ellipse">
            <a:avLst/>
          </a:prstGeom>
          <a:solidFill>
            <a:srgbClr val="85BB25"/>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8" name="Oval 28">
            <a:extLst>
              <a:ext uri="{FF2B5EF4-FFF2-40B4-BE49-F238E27FC236}">
                <a16:creationId xmlns:a16="http://schemas.microsoft.com/office/drawing/2014/main" id="{211BE0E3-CA14-410A-B1B3-A092183CB6D4}"/>
              </a:ext>
            </a:extLst>
          </p:cNvPr>
          <p:cNvSpPr/>
          <p:nvPr userDrawn="1"/>
        </p:nvSpPr>
        <p:spPr>
          <a:xfrm>
            <a:off x="5428669" y="5695949"/>
            <a:ext cx="576492" cy="1480131"/>
          </a:xfrm>
          <a:prstGeom prst="ellipse">
            <a:avLst/>
          </a:prstGeom>
          <a:solidFill>
            <a:schemeClr val="bg1"/>
          </a:solidFill>
          <a:ln>
            <a:solidFill>
              <a:srgbClr val="DEDB79"/>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39" name="Фигура">
            <a:extLst>
              <a:ext uri="{FF2B5EF4-FFF2-40B4-BE49-F238E27FC236}">
                <a16:creationId xmlns:a16="http://schemas.microsoft.com/office/drawing/2014/main" id="{0B1972CF-6767-460D-A462-C3458512DB85}"/>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E6007E"/>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B817026E-E964-42B2-B28F-570D29FE2A65}"/>
              </a:ext>
            </a:extLst>
          </p:cNvPr>
          <p:cNvSpPr>
            <a:spLocks noGrp="1"/>
          </p:cNvSpPr>
          <p:nvPr>
            <p:ph type="body" sz="quarter" idx="15" hasCustomPrompt="1"/>
          </p:nvPr>
        </p:nvSpPr>
        <p:spPr>
          <a:xfrm>
            <a:off x="732143" y="3665959"/>
            <a:ext cx="1559053" cy="680676"/>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Intitulé</a:t>
            </a:r>
          </a:p>
        </p:txBody>
      </p:sp>
      <p:sp>
        <p:nvSpPr>
          <p:cNvPr id="41" name="Espace réservé du texte 3">
            <a:extLst>
              <a:ext uri="{FF2B5EF4-FFF2-40B4-BE49-F238E27FC236}">
                <a16:creationId xmlns:a16="http://schemas.microsoft.com/office/drawing/2014/main" id="{5227F611-CBE4-4065-8079-824D4EC35473}"/>
              </a:ext>
            </a:extLst>
          </p:cNvPr>
          <p:cNvSpPr>
            <a:spLocks noGrp="1"/>
          </p:cNvSpPr>
          <p:nvPr>
            <p:ph type="body" sz="quarter" idx="16"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42" name="Espace réservé du texte 3">
            <a:extLst>
              <a:ext uri="{FF2B5EF4-FFF2-40B4-BE49-F238E27FC236}">
                <a16:creationId xmlns:a16="http://schemas.microsoft.com/office/drawing/2014/main" id="{830411BC-CD35-4B55-B124-B2C551147D87}"/>
              </a:ext>
            </a:extLst>
          </p:cNvPr>
          <p:cNvSpPr>
            <a:spLocks noGrp="1"/>
          </p:cNvSpPr>
          <p:nvPr>
            <p:ph type="body" sz="quarter" idx="17"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43" name="Espace réservé du texte 22">
            <a:extLst>
              <a:ext uri="{FF2B5EF4-FFF2-40B4-BE49-F238E27FC236}">
                <a16:creationId xmlns:a16="http://schemas.microsoft.com/office/drawing/2014/main" id="{0284E6D4-D522-46DB-AE09-868129B8A971}"/>
              </a:ext>
            </a:extLst>
          </p:cNvPr>
          <p:cNvSpPr>
            <a:spLocks noGrp="1"/>
          </p:cNvSpPr>
          <p:nvPr>
            <p:ph type="body" sz="quarter" idx="18"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44" name="Espace réservé du texte 24">
            <a:extLst>
              <a:ext uri="{FF2B5EF4-FFF2-40B4-BE49-F238E27FC236}">
                <a16:creationId xmlns:a16="http://schemas.microsoft.com/office/drawing/2014/main" id="{9C985CDB-0876-4B91-8090-DF77CE6E13BA}"/>
              </a:ext>
            </a:extLst>
          </p:cNvPr>
          <p:cNvSpPr>
            <a:spLocks noGrp="1"/>
          </p:cNvSpPr>
          <p:nvPr>
            <p:ph type="body" sz="quarter" idx="19"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rgbClr val="E6007E"/>
                </a:solidFill>
                <a:latin typeface="Roboto Bk" pitchFamily="2" charset="0"/>
                <a:ea typeface="Roboto Bk" pitchFamily="2" charset="0"/>
              </a:defRPr>
            </a:lvl1pPr>
          </a:lstStyle>
          <a:p>
            <a:pPr lvl="0"/>
            <a:r>
              <a:rPr lang="fr-FR" dirty="0"/>
              <a:t>00</a:t>
            </a:r>
          </a:p>
        </p:txBody>
      </p:sp>
      <p:sp>
        <p:nvSpPr>
          <p:cNvPr id="45" name="Espace réservé du texte 26">
            <a:extLst>
              <a:ext uri="{FF2B5EF4-FFF2-40B4-BE49-F238E27FC236}">
                <a16:creationId xmlns:a16="http://schemas.microsoft.com/office/drawing/2014/main" id="{B5C252E6-8920-4767-B0DA-F544BD932C41}"/>
              </a:ext>
            </a:extLst>
          </p:cNvPr>
          <p:cNvSpPr>
            <a:spLocks noGrp="1"/>
          </p:cNvSpPr>
          <p:nvPr>
            <p:ph type="body" sz="quarter" idx="20" hasCustomPrompt="1"/>
          </p:nvPr>
        </p:nvSpPr>
        <p:spPr>
          <a:xfrm>
            <a:off x="5521261" y="5955607"/>
            <a:ext cx="411659" cy="1032464"/>
          </a:xfrm>
          <a:prstGeom prst="rect">
            <a:avLst/>
          </a:prstGeom>
          <a:noFill/>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rgbClr val="85BB25"/>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81444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wipe(left)">
                                      <p:cBhvr>
                                        <p:cTn id="7" dur="500"/>
                                        <p:tgtEl>
                                          <p:spTgt spid="4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1">
                                            <p:txEl>
                                              <p:pRg st="0" end="0"/>
                                            </p:txEl>
                                          </p:spTgt>
                                        </p:tgtEl>
                                        <p:attrNameLst>
                                          <p:attrName>style.visibility</p:attrName>
                                        </p:attrNameLst>
                                      </p:cBhvr>
                                      <p:to>
                                        <p:strVal val="visible"/>
                                      </p:to>
                                    </p:set>
                                    <p:animEffect transition="in" filter="fade">
                                      <p:cBhvr>
                                        <p:cTn id="15" dur="1000"/>
                                        <p:tgtEl>
                                          <p:spTgt spid="41">
                                            <p:txEl>
                                              <p:pRg st="0" end="0"/>
                                            </p:txEl>
                                          </p:spTgt>
                                        </p:tgtEl>
                                      </p:cBhvr>
                                    </p:animEffect>
                                    <p:anim calcmode="lin" valueType="num">
                                      <p:cBhvr>
                                        <p:cTn id="16"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41">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4">
                                            <p:txEl>
                                              <p:pRg st="0" end="0"/>
                                            </p:txEl>
                                          </p:spTgt>
                                        </p:tgtEl>
                                        <p:attrNameLst>
                                          <p:attrName>style.visibility</p:attrName>
                                        </p:attrNameLst>
                                      </p:cBhvr>
                                      <p:to>
                                        <p:strVal val="visible"/>
                                      </p:to>
                                    </p:set>
                                    <p:animEffect transition="in" filter="fade">
                                      <p:cBhvr>
                                        <p:cTn id="27" dur="1000"/>
                                        <p:tgtEl>
                                          <p:spTgt spid="44">
                                            <p:txEl>
                                              <p:pRg st="0" end="0"/>
                                            </p:txEl>
                                          </p:spTgt>
                                        </p:tgtEl>
                                      </p:cBhvr>
                                    </p:animEffect>
                                    <p:anim calcmode="lin" valueType="num">
                                      <p:cBhvr>
                                        <p:cTn id="28"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44">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2">
                                            <p:txEl>
                                              <p:pRg st="0" end="0"/>
                                            </p:txEl>
                                          </p:spTgt>
                                        </p:tgtEl>
                                        <p:attrNameLst>
                                          <p:attrName>style.visibility</p:attrName>
                                        </p:attrNameLst>
                                      </p:cBhvr>
                                      <p:to>
                                        <p:strVal val="visible"/>
                                      </p:to>
                                    </p:set>
                                    <p:animEffect transition="in" filter="fade">
                                      <p:cBhvr>
                                        <p:cTn id="39" dur="1000"/>
                                        <p:tgtEl>
                                          <p:spTgt spid="42">
                                            <p:txEl>
                                              <p:pRg st="0" end="0"/>
                                            </p:txEl>
                                          </p:spTgt>
                                        </p:tgtEl>
                                      </p:cBhvr>
                                    </p:animEffect>
                                    <p:anim calcmode="lin" valueType="num">
                                      <p:cBhvr>
                                        <p:cTn id="40"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42">
                                            <p:txEl>
                                              <p:pRg st="0" end="0"/>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1000"/>
                                        <p:tgtEl>
                                          <p:spTgt spid="36"/>
                                        </p:tgtEl>
                                      </p:cBhvr>
                                    </p:animEffect>
                                    <p:anim calcmode="lin" valueType="num">
                                      <p:cBhvr>
                                        <p:cTn id="45" dur="1000" fill="hold"/>
                                        <p:tgtEl>
                                          <p:spTgt spid="36"/>
                                        </p:tgtEl>
                                        <p:attrNameLst>
                                          <p:attrName>ppt_x</p:attrName>
                                        </p:attrNameLst>
                                      </p:cBhvr>
                                      <p:tavLst>
                                        <p:tav tm="0">
                                          <p:val>
                                            <p:strVal val="#ppt_x"/>
                                          </p:val>
                                        </p:tav>
                                        <p:tav tm="100000">
                                          <p:val>
                                            <p:strVal val="#ppt_x"/>
                                          </p:val>
                                        </p:tav>
                                      </p:tavLst>
                                    </p:anim>
                                    <p:anim calcmode="lin" valueType="num">
                                      <p:cBhvr>
                                        <p:cTn id="46"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animEffect transition="in" filter="fade">
                                      <p:cBhvr>
                                        <p:cTn id="51" dur="1000"/>
                                        <p:tgtEl>
                                          <p:spTgt spid="43">
                                            <p:txEl>
                                              <p:pRg st="0" end="0"/>
                                            </p:txEl>
                                          </p:spTgt>
                                        </p:tgtEl>
                                      </p:cBhvr>
                                    </p:animEffect>
                                    <p:anim calcmode="lin" valueType="num">
                                      <p:cBhvr>
                                        <p:cTn id="52"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43">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1000"/>
                                        <p:tgtEl>
                                          <p:spTgt spid="37"/>
                                        </p:tgtEl>
                                      </p:cBhvr>
                                    </p:animEffect>
                                    <p:anim calcmode="lin" valueType="num">
                                      <p:cBhvr>
                                        <p:cTn id="57" dur="1000" fill="hold"/>
                                        <p:tgtEl>
                                          <p:spTgt spid="37"/>
                                        </p:tgtEl>
                                        <p:attrNameLst>
                                          <p:attrName>ppt_x</p:attrName>
                                        </p:attrNameLst>
                                      </p:cBhvr>
                                      <p:tavLst>
                                        <p:tav tm="0">
                                          <p:val>
                                            <p:strVal val="#ppt_x"/>
                                          </p:val>
                                        </p:tav>
                                        <p:tav tm="100000">
                                          <p:val>
                                            <p:strVal val="#ppt_x"/>
                                          </p:val>
                                        </p:tav>
                                      </p:tavLst>
                                    </p:anim>
                                    <p:anim calcmode="lin" valueType="num">
                                      <p:cBhvr>
                                        <p:cTn id="5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fade">
                                      <p:cBhvr>
                                        <p:cTn id="63" dur="1000"/>
                                        <p:tgtEl>
                                          <p:spTgt spid="45">
                                            <p:txEl>
                                              <p:pRg st="0" end="0"/>
                                            </p:txEl>
                                          </p:spTgt>
                                        </p:tgtEl>
                                      </p:cBhvr>
                                    </p:animEffect>
                                    <p:anim calcmode="lin" valueType="num">
                                      <p:cBhvr>
                                        <p:cTn id="64" dur="10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45">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1000"/>
                                        <p:tgtEl>
                                          <p:spTgt spid="38"/>
                                        </p:tgtEl>
                                      </p:cBhvr>
                                    </p:animEffect>
                                    <p:anim calcmode="lin" valueType="num">
                                      <p:cBhvr>
                                        <p:cTn id="69" dur="1000" fill="hold"/>
                                        <p:tgtEl>
                                          <p:spTgt spid="38"/>
                                        </p:tgtEl>
                                        <p:attrNameLst>
                                          <p:attrName>ppt_x</p:attrName>
                                        </p:attrNameLst>
                                      </p:cBhvr>
                                      <p:tavLst>
                                        <p:tav tm="0">
                                          <p:val>
                                            <p:strVal val="#ppt_x"/>
                                          </p:val>
                                        </p:tav>
                                        <p:tav tm="100000">
                                          <p:val>
                                            <p:strVal val="#ppt_x"/>
                                          </p:val>
                                        </p:tav>
                                      </p:tavLst>
                                    </p:anim>
                                    <p:anim calcmode="lin" valueType="num">
                                      <p:cBhvr>
                                        <p:cTn id="70"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build="p">
        <p:tmplLst>
          <p:tmpl lvl="1">
            <p:tnLst>
              <p:par>
                <p:cTn presetID="42" presetClass="entr" presetSubtype="0" fill="hold" nodeType="click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anim calcmode="lin" valueType="num">
                      <p:cBhvr>
                        <p:cTn dur="1000" fill="hold"/>
                        <p:tgtEl>
                          <p:spTgt spid="41"/>
                        </p:tgtEl>
                        <p:attrNameLst>
                          <p:attrName>ppt_x</p:attrName>
                        </p:attrNameLst>
                      </p:cBhvr>
                      <p:tavLst>
                        <p:tav tm="0">
                          <p:val>
                            <p:strVal val="#ppt_x"/>
                          </p:val>
                        </p:tav>
                        <p:tav tm="100000">
                          <p:val>
                            <p:strVal val="#ppt_x"/>
                          </p:val>
                        </p:tav>
                      </p:tavLst>
                    </p:anim>
                    <p:anim calcmode="lin" valueType="num">
                      <p:cBhvr>
                        <p:cTn dur="1000" fill="hold"/>
                        <p:tgtEl>
                          <p:spTgt spid="41"/>
                        </p:tgtEl>
                        <p:attrNameLst>
                          <p:attrName>ppt_y</p:attrName>
                        </p:attrNameLst>
                      </p:cBhvr>
                      <p:tavLst>
                        <p:tav tm="0">
                          <p:val>
                            <p:strVal val="#ppt_y+.1"/>
                          </p:val>
                        </p:tav>
                        <p:tav tm="100000">
                          <p:val>
                            <p:strVal val="#ppt_y"/>
                          </p:val>
                        </p:tav>
                      </p:tavLst>
                    </p:anim>
                  </p:childTnLst>
                </p:cTn>
              </p:par>
            </p:tnLst>
          </p:tmpl>
        </p:tmplLst>
      </p:bldP>
      <p:bldP spid="42" grpId="0" build="p">
        <p:tmplLst>
          <p:tmpl lvl="1">
            <p:tnLst>
              <p:par>
                <p:cTn presetID="42" presetClass="entr" presetSubtype="0"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anim calcmode="lin" valueType="num">
                      <p:cBhvr>
                        <p:cTn dur="1000" fill="hold"/>
                        <p:tgtEl>
                          <p:spTgt spid="42"/>
                        </p:tgtEl>
                        <p:attrNameLst>
                          <p:attrName>ppt_x</p:attrName>
                        </p:attrNameLst>
                      </p:cBhvr>
                      <p:tavLst>
                        <p:tav tm="0">
                          <p:val>
                            <p:strVal val="#ppt_x"/>
                          </p:val>
                        </p:tav>
                        <p:tav tm="100000">
                          <p:val>
                            <p:strVal val="#ppt_x"/>
                          </p:val>
                        </p:tav>
                      </p:tavLst>
                    </p:anim>
                    <p:anim calcmode="lin" valueType="num">
                      <p:cBhvr>
                        <p:cTn dur="1000" fill="hold"/>
                        <p:tgtEl>
                          <p:spTgt spid="42"/>
                        </p:tgtEl>
                        <p:attrNameLst>
                          <p:attrName>ppt_y</p:attrName>
                        </p:attrNameLst>
                      </p:cBhvr>
                      <p:tavLst>
                        <p:tav tm="0">
                          <p:val>
                            <p:strVal val="#ppt_y+.1"/>
                          </p:val>
                        </p:tav>
                        <p:tav tm="100000">
                          <p:val>
                            <p:strVal val="#ppt_y"/>
                          </p:val>
                        </p:tav>
                      </p:tavLst>
                    </p:anim>
                  </p:childTnLst>
                </p:cTn>
              </p:par>
            </p:tnLst>
          </p:tmpl>
        </p:tmplLst>
      </p:bldP>
      <p:bldP spid="43" grpId="0" build="p">
        <p:tmplLst>
          <p:tmpl lvl="1">
            <p:tnLst>
              <p:par>
                <p:cTn presetID="42" presetClass="entr" presetSubtype="0" fill="hold" nodeType="click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anim calcmode="lin" valueType="num">
                      <p:cBhvr>
                        <p:cTn dur="1000" fill="hold"/>
                        <p:tgtEl>
                          <p:spTgt spid="43"/>
                        </p:tgtEl>
                        <p:attrNameLst>
                          <p:attrName>ppt_x</p:attrName>
                        </p:attrNameLst>
                      </p:cBhvr>
                      <p:tavLst>
                        <p:tav tm="0">
                          <p:val>
                            <p:strVal val="#ppt_x"/>
                          </p:val>
                        </p:tav>
                        <p:tav tm="100000">
                          <p:val>
                            <p:strVal val="#ppt_x"/>
                          </p:val>
                        </p:tav>
                      </p:tavLst>
                    </p:anim>
                    <p:anim calcmode="lin" valueType="num">
                      <p:cBhvr>
                        <p:cTn dur="1000" fill="hold"/>
                        <p:tgtEl>
                          <p:spTgt spid="43"/>
                        </p:tgtEl>
                        <p:attrNameLst>
                          <p:attrName>ppt_y</p:attrName>
                        </p:attrNameLst>
                      </p:cBhvr>
                      <p:tavLst>
                        <p:tav tm="0">
                          <p:val>
                            <p:strVal val="#ppt_y+.1"/>
                          </p:val>
                        </p:tav>
                        <p:tav tm="100000">
                          <p:val>
                            <p:strVal val="#ppt_y"/>
                          </p:val>
                        </p:tav>
                      </p:tavLst>
                    </p:anim>
                  </p:childTnLst>
                </p:cTn>
              </p:par>
            </p:tnLst>
          </p:tmpl>
        </p:tmplLst>
      </p:bldP>
      <p:bldP spid="44" grpId="0" build="p">
        <p:tmplLst>
          <p:tmpl lvl="1">
            <p:tnLst>
              <p:par>
                <p:cTn presetID="42" presetClass="entr" presetSubtype="0" fill="hold" nodeType="click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anim calcmode="lin" valueType="num">
                      <p:cBhvr>
                        <p:cTn dur="1000" fill="hold"/>
                        <p:tgtEl>
                          <p:spTgt spid="44"/>
                        </p:tgtEl>
                        <p:attrNameLst>
                          <p:attrName>ppt_x</p:attrName>
                        </p:attrNameLst>
                      </p:cBhvr>
                      <p:tavLst>
                        <p:tav tm="0">
                          <p:val>
                            <p:strVal val="#ppt_x"/>
                          </p:val>
                        </p:tav>
                        <p:tav tm="100000">
                          <p:val>
                            <p:strVal val="#ppt_x"/>
                          </p:val>
                        </p:tav>
                      </p:tavLst>
                    </p:anim>
                    <p:anim calcmode="lin" valueType="num">
                      <p:cBhvr>
                        <p:cTn dur="1000" fill="hold"/>
                        <p:tgtEl>
                          <p:spTgt spid="44"/>
                        </p:tgtEl>
                        <p:attrNameLst>
                          <p:attrName>ppt_y</p:attrName>
                        </p:attrNameLst>
                      </p:cBhvr>
                      <p:tavLst>
                        <p:tav tm="0">
                          <p:val>
                            <p:strVal val="#ppt_y+.1"/>
                          </p:val>
                        </p:tav>
                        <p:tav tm="100000">
                          <p:val>
                            <p:strVal val="#ppt_y"/>
                          </p:val>
                        </p:tav>
                      </p:tavLst>
                    </p:anim>
                  </p:childTnLst>
                </p:cTn>
              </p:par>
            </p:tnLst>
          </p:tmpl>
        </p:tmplLst>
      </p:bldP>
      <p:bldP spid="45" grpId="0" build="p">
        <p:tmplLst>
          <p:tmpl lvl="1">
            <p:tnLst>
              <p:par>
                <p:cTn presetID="42" presetClass="entr" presetSubtype="0"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anim calcmode="lin" valueType="num">
                      <p:cBhvr>
                        <p:cTn dur="1000" fill="hold"/>
                        <p:tgtEl>
                          <p:spTgt spid="45"/>
                        </p:tgtEl>
                        <p:attrNameLst>
                          <p:attrName>ppt_x</p:attrName>
                        </p:attrNameLst>
                      </p:cBhvr>
                      <p:tavLst>
                        <p:tav tm="0">
                          <p:val>
                            <p:strVal val="#ppt_x"/>
                          </p:val>
                        </p:tav>
                        <p:tav tm="100000">
                          <p:val>
                            <p:strVal val="#ppt_x"/>
                          </p:val>
                        </p:tav>
                      </p:tavLst>
                    </p:anim>
                    <p:anim calcmode="lin" valueType="num">
                      <p:cBhvr>
                        <p:cTn dur="1000" fill="hold"/>
                        <p:tgtEl>
                          <p:spTgt spid="45"/>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rgbClr val="009FE3"/>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rgbClr val="009F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rgbClr val="E8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009FE3"/>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86BC25"/>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E8E100"/>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4" name="Espace réservé du texte 7">
            <a:extLst>
              <a:ext uri="{FF2B5EF4-FFF2-40B4-BE49-F238E27FC236}">
                <a16:creationId xmlns:a16="http://schemas.microsoft.com/office/drawing/2014/main" id="{B728D58E-172C-4F59-8E42-F7259D02061C}"/>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
        <p:nvSpPr>
          <p:cNvPr id="45" name="Espace réservé du texte 4">
            <a:extLst>
              <a:ext uri="{FF2B5EF4-FFF2-40B4-BE49-F238E27FC236}">
                <a16:creationId xmlns:a16="http://schemas.microsoft.com/office/drawing/2014/main" id="{EFAE5D4E-79F5-4BF6-8DB3-B2FA54EE520A}"/>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9F5FD39D-55BA-476C-9B09-10E04E06BA9A}"/>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16E1906E-E955-431E-9E78-FA525E881ED1}"/>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C9F34D5E-BE7F-4063-8157-11D1EB6CE304}"/>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C0832C35-E96F-4268-986E-2CC1A7A42833}"/>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0A91DDC2-2E8D-41A8-A3C2-7DAB2546F9EC}"/>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EDB4EE8B-900A-44A7-9D0B-BD36C2727B31}"/>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E418805F-6465-479D-884A-805A1585F463}"/>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5A6E6AC9-352A-443D-8B1C-E4727085E2C7}"/>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AF052419-96E9-4C6A-937F-81ACF38CB2F9}"/>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E53DED15-6423-4A95-A429-6D4BF62EB798}"/>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A5B500F6-4805-4B5E-AC5A-0720582A62F1}"/>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7" name="Espace réservé du texte 4">
            <a:extLst>
              <a:ext uri="{FF2B5EF4-FFF2-40B4-BE49-F238E27FC236}">
                <a16:creationId xmlns:a16="http://schemas.microsoft.com/office/drawing/2014/main" id="{A96C78EE-CC78-47FB-9FD8-278ED7E20A00}"/>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218632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 calcmode="lin" valueType="num">
                                      <p:cBhvr additive="base">
                                        <p:cTn id="7"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 calcmode="lin" valueType="num">
                                      <p:cBhvr additive="base">
                                        <p:cTn id="39"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2">
                                            <p:txEl>
                                              <p:pRg st="0" end="0"/>
                                            </p:txEl>
                                          </p:spTgt>
                                        </p:tgtEl>
                                        <p:attrNameLst>
                                          <p:attrName>style.visibility</p:attrName>
                                        </p:attrNameLst>
                                      </p:cBhvr>
                                      <p:to>
                                        <p:strVal val="visible"/>
                                      </p:to>
                                    </p:set>
                                    <p:anim calcmode="lin" valueType="num">
                                      <p:cBhvr additive="base">
                                        <p:cTn id="73"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2">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7" grpId="0" build="p">
        <p:tmplLst>
          <p:tmpl lvl="1">
            <p:tnLst>
              <p:par>
                <p:cTn presetID="2" presetClass="entr" presetSubtype="8"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5A71E5B4-FEEE-4BF3-ABDD-02724F7B45CD}"/>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Tree>
    <p:extLst>
      <p:ext uri="{BB962C8B-B14F-4D97-AF65-F5344CB8AC3E}">
        <p14:creationId xmlns:p14="http://schemas.microsoft.com/office/powerpoint/2010/main" val="84804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rgbClr val="009FE3"/>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rgbClr val="009FE3"/>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CB6457BE-4785-4550-8AF8-9D778B2F6C84}"/>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Etudions</a:t>
            </a:r>
          </a:p>
        </p:txBody>
      </p:sp>
    </p:spTree>
    <p:extLst>
      <p:ext uri="{BB962C8B-B14F-4D97-AF65-F5344CB8AC3E}">
        <p14:creationId xmlns:p14="http://schemas.microsoft.com/office/powerpoint/2010/main" val="382365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168333" y="2185326"/>
            <a:ext cx="2828925" cy="59075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364DA96-B0CC-434B-882B-1F842CF255E0}"/>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3109479" y="2286848"/>
            <a:ext cx="3544112" cy="6065131"/>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22211" y="2286848"/>
            <a:ext cx="2833390" cy="6065131"/>
          </a:xfrm>
          <a:prstGeom prst="rect">
            <a:avLst/>
          </a:prstGeom>
        </p:spPr>
        <p:txBody>
          <a:bodyPr/>
          <a:lstStyle/>
          <a:p>
            <a:endParaRPr lang="fr-FR"/>
          </a:p>
        </p:txBody>
      </p:sp>
    </p:spTree>
    <p:extLst>
      <p:ext uri="{BB962C8B-B14F-4D97-AF65-F5344CB8AC3E}">
        <p14:creationId xmlns:p14="http://schemas.microsoft.com/office/powerpoint/2010/main" val="219216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2310258" y="2061254"/>
            <a:ext cx="2153287" cy="59075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0" name="Espace réservé du texte 9">
            <a:extLst>
              <a:ext uri="{FF2B5EF4-FFF2-40B4-BE49-F238E27FC236}">
                <a16:creationId xmlns:a16="http://schemas.microsoft.com/office/drawing/2014/main" id="{1A91858C-7349-479E-B71D-C81AB4226FAE}"/>
              </a:ext>
            </a:extLst>
          </p:cNvPr>
          <p:cNvSpPr>
            <a:spLocks noGrp="1"/>
          </p:cNvSpPr>
          <p:nvPr>
            <p:ph type="body" sz="quarter" idx="14"/>
          </p:nvPr>
        </p:nvSpPr>
        <p:spPr>
          <a:xfrm>
            <a:off x="98227" y="2162776"/>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2364137" y="2162776"/>
            <a:ext cx="2156686" cy="6065131"/>
          </a:xfrm>
          <a:prstGeom prst="rect">
            <a:avLst/>
          </a:prstGeom>
        </p:spPr>
        <p:txBody>
          <a:bodyPr/>
          <a:lstStyle/>
          <a:p>
            <a:endParaRPr lang="fr-FR"/>
          </a:p>
        </p:txBody>
      </p:sp>
      <p:sp>
        <p:nvSpPr>
          <p:cNvPr id="9" name="Espace réservé du texte 9">
            <a:extLst>
              <a:ext uri="{FF2B5EF4-FFF2-40B4-BE49-F238E27FC236}">
                <a16:creationId xmlns:a16="http://schemas.microsoft.com/office/drawing/2014/main" id="{354AD9C6-56C8-4CA4-971D-97C450FCB7F4}"/>
              </a:ext>
            </a:extLst>
          </p:cNvPr>
          <p:cNvSpPr>
            <a:spLocks noGrp="1"/>
          </p:cNvSpPr>
          <p:nvPr>
            <p:ph type="body" sz="quarter" idx="16"/>
          </p:nvPr>
        </p:nvSpPr>
        <p:spPr>
          <a:xfrm>
            <a:off x="4640167" y="2178785"/>
            <a:ext cx="2113478" cy="6065131"/>
          </a:xfrm>
          <a:prstGeom prst="rect">
            <a:avLst/>
          </a:prstGeom>
        </p:spPr>
        <p:txBody>
          <a:bodyPr/>
          <a:lstStyle>
            <a:lvl1pPr>
              <a:defRPr sz="1350">
                <a:latin typeface="Roboto Lt" pitchFamily="2" charset="0"/>
                <a:ea typeface="Roboto Lt" pitchFamily="2" charset="0"/>
              </a:defRPr>
            </a:lvl1pPr>
            <a:lvl2pPr>
              <a:defRPr sz="1125">
                <a:latin typeface="Roboto Lt" pitchFamily="2" charset="0"/>
                <a:ea typeface="Roboto Lt" pitchFamily="2" charset="0"/>
              </a:defRPr>
            </a:lvl2pPr>
            <a:lvl3pPr>
              <a:defRPr sz="1013">
                <a:latin typeface="Roboto Lt" pitchFamily="2" charset="0"/>
                <a:ea typeface="Roboto Lt" pitchFamily="2" charset="0"/>
              </a:defRPr>
            </a:lvl3pPr>
            <a:lvl4pPr>
              <a:defRPr sz="900">
                <a:latin typeface="Roboto Lt" pitchFamily="2" charset="0"/>
                <a:ea typeface="Roboto Lt" pitchFamily="2" charset="0"/>
              </a:defRPr>
            </a:lvl4pPr>
            <a:lvl5pPr>
              <a:defRPr sz="900">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Espace réservé du texte 7">
            <a:extLst>
              <a:ext uri="{FF2B5EF4-FFF2-40B4-BE49-F238E27FC236}">
                <a16:creationId xmlns:a16="http://schemas.microsoft.com/office/drawing/2014/main" id="{307BCDAE-4FD2-48F6-B742-D0A148A5CAF9}"/>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Tree>
    <p:extLst>
      <p:ext uri="{BB962C8B-B14F-4D97-AF65-F5344CB8AC3E}">
        <p14:creationId xmlns:p14="http://schemas.microsoft.com/office/powerpoint/2010/main" val="327642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 calcmode="lin" valueType="num">
                                      <p:cBhvr additive="base">
                                        <p:cTn id="1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 calcmode="lin" valueType="num">
                                      <p:cBhvr additive="base">
                                        <p:cTn id="2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anim calcmode="lin" valueType="num">
                                      <p:cBhvr additive="base">
                                        <p:cTn id="2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anim calcmode="lin" valueType="num">
                                      <p:cBhvr additive="base">
                                        <p:cTn id="33"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anim calcmode="lin" valueType="num">
                                      <p:cBhvr additive="base">
                                        <p:cTn id="4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anim calcmode="lin" valueType="num">
                                      <p:cBhvr additive="base">
                                        <p:cTn id="5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3" end="3"/>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anim calcmode="lin" valueType="num">
                                      <p:cBhvr additive="base">
                                        <p:cTn id="5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build="p">
        <p:tmplLst>
          <p:tmpl lvl="1">
            <p:tnLst>
              <p:par>
                <p:cTn presetID="2" presetClass="entr" presetSubtype="4" fill="hold" nodeType="click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2" grpId="0"/>
      <p:bldP spid="9" grpId="0" build="p">
        <p:tmplLst>
          <p:tmpl lvl="1">
            <p:tnLst>
              <p:par>
                <p:cTn presetID="2" presetClass="entr" presetSubtype="4" fill="hold" nodeType="click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9F26FA-466C-4845-A743-FAA660C1B34A}"/>
              </a:ext>
            </a:extLst>
          </p:cNvPr>
          <p:cNvSpPr/>
          <p:nvPr userDrawn="1"/>
        </p:nvSpPr>
        <p:spPr>
          <a:xfrm>
            <a:off x="823073" y="2465506"/>
            <a:ext cx="1234365" cy="3386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 name="Espace réservé de la date 3">
            <a:extLst>
              <a:ext uri="{FF2B5EF4-FFF2-40B4-BE49-F238E27FC236}">
                <a16:creationId xmlns:a16="http://schemas.microsoft.com/office/drawing/2014/main" id="{34781CDE-46EF-4679-B597-0AFA0114DFDC}"/>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5" name="Espace réservé du pied de page 4">
            <a:extLst>
              <a:ext uri="{FF2B5EF4-FFF2-40B4-BE49-F238E27FC236}">
                <a16:creationId xmlns:a16="http://schemas.microsoft.com/office/drawing/2014/main" id="{A9DEC268-7BB9-46D5-850A-04C63EE4A15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6" name="Espace réservé du numéro de diapositive 5">
            <a:extLst>
              <a:ext uri="{FF2B5EF4-FFF2-40B4-BE49-F238E27FC236}">
                <a16:creationId xmlns:a16="http://schemas.microsoft.com/office/drawing/2014/main" id="{602BC5E5-B3F3-4662-A883-E7B306956C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pour une image  11">
            <a:extLst>
              <a:ext uri="{FF2B5EF4-FFF2-40B4-BE49-F238E27FC236}">
                <a16:creationId xmlns:a16="http://schemas.microsoft.com/office/drawing/2014/main" id="{FC359188-4828-4020-92D9-D07A756E2571}"/>
              </a:ext>
            </a:extLst>
          </p:cNvPr>
          <p:cNvSpPr>
            <a:spLocks noGrp="1"/>
          </p:cNvSpPr>
          <p:nvPr>
            <p:ph type="pic" sz="quarter" idx="15"/>
          </p:nvPr>
        </p:nvSpPr>
        <p:spPr>
          <a:xfrm>
            <a:off x="876952" y="2567028"/>
            <a:ext cx="1236313" cy="3476817"/>
          </a:xfrm>
          <a:prstGeom prst="rect">
            <a:avLst/>
          </a:prstGeom>
        </p:spPr>
        <p:txBody>
          <a:bodyPr/>
          <a:lstStyle/>
          <a:p>
            <a:endParaRPr lang="fr-FR"/>
          </a:p>
        </p:txBody>
      </p:sp>
      <p:sp>
        <p:nvSpPr>
          <p:cNvPr id="15" name="Rectangle 14">
            <a:extLst>
              <a:ext uri="{FF2B5EF4-FFF2-40B4-BE49-F238E27FC236}">
                <a16:creationId xmlns:a16="http://schemas.microsoft.com/office/drawing/2014/main" id="{127925A1-E882-4B63-B6F7-6354CEB53256}"/>
              </a:ext>
            </a:extLst>
          </p:cNvPr>
          <p:cNvSpPr/>
          <p:nvPr userDrawn="1"/>
        </p:nvSpPr>
        <p:spPr>
          <a:xfrm>
            <a:off x="2562914" y="2465506"/>
            <a:ext cx="1234365" cy="3386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6" name="Espace réservé pour une image  11">
            <a:extLst>
              <a:ext uri="{FF2B5EF4-FFF2-40B4-BE49-F238E27FC236}">
                <a16:creationId xmlns:a16="http://schemas.microsoft.com/office/drawing/2014/main" id="{4361BF83-DD5F-4608-99AA-F4FC6B2C9158}"/>
              </a:ext>
            </a:extLst>
          </p:cNvPr>
          <p:cNvSpPr>
            <a:spLocks noGrp="1"/>
          </p:cNvSpPr>
          <p:nvPr>
            <p:ph type="pic" sz="quarter" idx="16"/>
          </p:nvPr>
        </p:nvSpPr>
        <p:spPr>
          <a:xfrm>
            <a:off x="2616793" y="2567028"/>
            <a:ext cx="1236313" cy="3476817"/>
          </a:xfrm>
          <a:prstGeom prst="rect">
            <a:avLst/>
          </a:prstGeom>
        </p:spPr>
        <p:txBody>
          <a:bodyPr/>
          <a:lstStyle/>
          <a:p>
            <a:endParaRPr lang="fr-FR"/>
          </a:p>
        </p:txBody>
      </p:sp>
      <p:sp>
        <p:nvSpPr>
          <p:cNvPr id="17" name="Rectangle 16">
            <a:extLst>
              <a:ext uri="{FF2B5EF4-FFF2-40B4-BE49-F238E27FC236}">
                <a16:creationId xmlns:a16="http://schemas.microsoft.com/office/drawing/2014/main" id="{C0B92B3B-D57F-46FB-A8EE-FE3496732AE7}"/>
              </a:ext>
            </a:extLst>
          </p:cNvPr>
          <p:cNvSpPr/>
          <p:nvPr userDrawn="1"/>
        </p:nvSpPr>
        <p:spPr>
          <a:xfrm>
            <a:off x="4302755" y="2450971"/>
            <a:ext cx="1234365" cy="3386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Espace réservé pour une image  11">
            <a:extLst>
              <a:ext uri="{FF2B5EF4-FFF2-40B4-BE49-F238E27FC236}">
                <a16:creationId xmlns:a16="http://schemas.microsoft.com/office/drawing/2014/main" id="{82AF78D3-473D-42E5-BB61-16A7F2E75551}"/>
              </a:ext>
            </a:extLst>
          </p:cNvPr>
          <p:cNvSpPr>
            <a:spLocks noGrp="1"/>
          </p:cNvSpPr>
          <p:nvPr>
            <p:ph type="pic" sz="quarter" idx="17"/>
          </p:nvPr>
        </p:nvSpPr>
        <p:spPr>
          <a:xfrm>
            <a:off x="4356634" y="2552493"/>
            <a:ext cx="1236313" cy="3476817"/>
          </a:xfrm>
          <a:prstGeom prst="rect">
            <a:avLst/>
          </a:prstGeom>
        </p:spPr>
        <p:txBody>
          <a:bodyPr/>
          <a:lstStyle/>
          <a:p>
            <a:endParaRPr lang="fr-FR"/>
          </a:p>
        </p:txBody>
      </p:sp>
      <p:sp>
        <p:nvSpPr>
          <p:cNvPr id="19" name="Фигура">
            <a:extLst>
              <a:ext uri="{FF2B5EF4-FFF2-40B4-BE49-F238E27FC236}">
                <a16:creationId xmlns:a16="http://schemas.microsoft.com/office/drawing/2014/main" id="{C9BBD81C-1F40-4209-A322-E0606BD7FA35}"/>
              </a:ext>
            </a:extLst>
          </p:cNvPr>
          <p:cNvSpPr/>
          <p:nvPr userDrawn="1"/>
        </p:nvSpPr>
        <p:spPr>
          <a:xfrm rot="5400000">
            <a:off x="4147040" y="6706631"/>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1"/>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0" name="Фигура">
            <a:extLst>
              <a:ext uri="{FF2B5EF4-FFF2-40B4-BE49-F238E27FC236}">
                <a16:creationId xmlns:a16="http://schemas.microsoft.com/office/drawing/2014/main" id="{B0DA6D88-86CE-4381-8987-9469BCFF9D1D}"/>
              </a:ext>
            </a:extLst>
          </p:cNvPr>
          <p:cNvSpPr/>
          <p:nvPr userDrawn="1"/>
        </p:nvSpPr>
        <p:spPr>
          <a:xfrm rot="5400000">
            <a:off x="2483674" y="6738843"/>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1"/>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21" name="Фигура">
            <a:extLst>
              <a:ext uri="{FF2B5EF4-FFF2-40B4-BE49-F238E27FC236}">
                <a16:creationId xmlns:a16="http://schemas.microsoft.com/office/drawing/2014/main" id="{BCDFCCCD-38AD-45C6-82DD-1DE46B9C90BD}"/>
              </a:ext>
            </a:extLst>
          </p:cNvPr>
          <p:cNvSpPr/>
          <p:nvPr userDrawn="1"/>
        </p:nvSpPr>
        <p:spPr>
          <a:xfrm rot="5400000">
            <a:off x="743833" y="6738845"/>
            <a:ext cx="1392845" cy="267479"/>
          </a:xfrm>
          <a:custGeom>
            <a:avLst/>
            <a:gdLst/>
            <a:ahLst/>
            <a:cxnLst>
              <a:cxn ang="0">
                <a:pos x="wd2" y="hd2"/>
              </a:cxn>
              <a:cxn ang="5400000">
                <a:pos x="wd2" y="hd2"/>
              </a:cxn>
              <a:cxn ang="10800000">
                <a:pos x="wd2" y="hd2"/>
              </a:cxn>
              <a:cxn ang="16200000">
                <a:pos x="wd2" y="hd2"/>
              </a:cxn>
            </a:cxnLst>
            <a:rect l="0" t="0" r="r" b="b"/>
            <a:pathLst>
              <a:path w="21586" h="21600" extrusionOk="0">
                <a:moveTo>
                  <a:pt x="8218" y="0"/>
                </a:moveTo>
                <a:lnTo>
                  <a:pt x="7028" y="1419"/>
                </a:lnTo>
                <a:lnTo>
                  <a:pt x="6859" y="655"/>
                </a:lnTo>
                <a:cubicBezTo>
                  <a:pt x="5886" y="1729"/>
                  <a:pt x="4900" y="2743"/>
                  <a:pt x="3903" y="3696"/>
                </a:cubicBezTo>
                <a:cubicBezTo>
                  <a:pt x="2879" y="4675"/>
                  <a:pt x="1843" y="5588"/>
                  <a:pt x="797" y="6436"/>
                </a:cubicBezTo>
                <a:lnTo>
                  <a:pt x="667" y="5673"/>
                </a:lnTo>
                <a:lnTo>
                  <a:pt x="0" y="6855"/>
                </a:lnTo>
                <a:cubicBezTo>
                  <a:pt x="1231" y="9358"/>
                  <a:pt x="2522" y="11704"/>
                  <a:pt x="3869" y="13880"/>
                </a:cubicBezTo>
                <a:cubicBezTo>
                  <a:pt x="5657" y="16766"/>
                  <a:pt x="7536" y="19346"/>
                  <a:pt x="9493" y="21600"/>
                </a:cubicBezTo>
                <a:lnTo>
                  <a:pt x="9867" y="20175"/>
                </a:lnTo>
                <a:cubicBezTo>
                  <a:pt x="8403" y="18421"/>
                  <a:pt x="6973" y="16528"/>
                  <a:pt x="5580" y="14499"/>
                </a:cubicBezTo>
                <a:cubicBezTo>
                  <a:pt x="4295" y="12627"/>
                  <a:pt x="3043" y="10643"/>
                  <a:pt x="1827" y="8548"/>
                </a:cubicBezTo>
                <a:cubicBezTo>
                  <a:pt x="2199" y="8187"/>
                  <a:pt x="2569" y="7815"/>
                  <a:pt x="2940" y="7446"/>
                </a:cubicBezTo>
                <a:lnTo>
                  <a:pt x="2819" y="8052"/>
                </a:lnTo>
                <a:cubicBezTo>
                  <a:pt x="5265" y="9866"/>
                  <a:pt x="7779" y="11176"/>
                  <a:pt x="10330" y="11968"/>
                </a:cubicBezTo>
                <a:cubicBezTo>
                  <a:pt x="12236" y="12560"/>
                  <a:pt x="14156" y="12859"/>
                  <a:pt x="16073" y="12673"/>
                </a:cubicBezTo>
                <a:cubicBezTo>
                  <a:pt x="17850" y="12500"/>
                  <a:pt x="19617" y="11910"/>
                  <a:pt x="21345" y="10908"/>
                </a:cubicBezTo>
                <a:cubicBezTo>
                  <a:pt x="21417" y="10853"/>
                  <a:pt x="21479" y="10748"/>
                  <a:pt x="21522" y="10608"/>
                </a:cubicBezTo>
                <a:cubicBezTo>
                  <a:pt x="21581" y="10417"/>
                  <a:pt x="21600" y="10178"/>
                  <a:pt x="21575" y="9951"/>
                </a:cubicBezTo>
                <a:lnTo>
                  <a:pt x="21494" y="9040"/>
                </a:lnTo>
                <a:cubicBezTo>
                  <a:pt x="21481" y="8936"/>
                  <a:pt x="21442" y="8860"/>
                  <a:pt x="21394" y="8846"/>
                </a:cubicBezTo>
                <a:cubicBezTo>
                  <a:pt x="21351" y="8833"/>
                  <a:pt x="21309" y="8874"/>
                  <a:pt x="21270" y="8915"/>
                </a:cubicBezTo>
                <a:cubicBezTo>
                  <a:pt x="19985" y="10244"/>
                  <a:pt x="18561" y="10550"/>
                  <a:pt x="17156" y="10757"/>
                </a:cubicBezTo>
                <a:cubicBezTo>
                  <a:pt x="15637" y="10981"/>
                  <a:pt x="14113" y="11105"/>
                  <a:pt x="12589" y="10996"/>
                </a:cubicBezTo>
                <a:cubicBezTo>
                  <a:pt x="10987" y="10880"/>
                  <a:pt x="9392" y="10508"/>
                  <a:pt x="7820" y="9846"/>
                </a:cubicBezTo>
                <a:cubicBezTo>
                  <a:pt x="6276" y="9196"/>
                  <a:pt x="4756" y="8706"/>
                  <a:pt x="3275" y="7117"/>
                </a:cubicBezTo>
                <a:cubicBezTo>
                  <a:pt x="3921" y="6469"/>
                  <a:pt x="4566" y="5813"/>
                  <a:pt x="5208" y="5143"/>
                </a:cubicBezTo>
                <a:cubicBezTo>
                  <a:pt x="6305" y="3998"/>
                  <a:pt x="7396" y="2821"/>
                  <a:pt x="8480" y="1612"/>
                </a:cubicBezTo>
                <a:lnTo>
                  <a:pt x="8218" y="0"/>
                </a:lnTo>
                <a:close/>
              </a:path>
            </a:pathLst>
          </a:custGeom>
          <a:solidFill>
            <a:schemeClr val="accent1"/>
          </a:solidFill>
          <a:ln w="6350">
            <a:noFill/>
            <a:miter lim="400000"/>
          </a:ln>
        </p:spPr>
        <p:txBody>
          <a:bodyPr lIns="28575" tIns="28575" rIns="28575" bIns="28575" anchor="ctr"/>
          <a:lstStyle>
            <a:defPPr>
              <a:defRPr lang="en-US"/>
            </a:defPPr>
            <a:lvl1pPr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1pPr>
            <a:lvl2pPr marL="457200" indent="-2286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2pPr>
            <a:lvl3pPr marL="914400" indent="-4572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3pPr>
            <a:lvl4pPr marL="1371600" indent="-6858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4pPr>
            <a:lvl5pPr marL="1828800" indent="-914400" algn="l" defTabSz="825500" rtl="0" eaLnBrk="0" fontAlgn="base" hangingPunct="0">
              <a:spcBef>
                <a:spcPct val="0"/>
              </a:spcBef>
              <a:spcAft>
                <a:spcPct val="0"/>
              </a:spcAft>
              <a:defRPr sz="2000" kern="1200">
                <a:solidFill>
                  <a:srgbClr val="74808C"/>
                </a:solidFill>
                <a:latin typeface="Poppins"/>
                <a:ea typeface="Poppins"/>
                <a:cs typeface="Poppins"/>
                <a:sym typeface="Poppins"/>
              </a:defRPr>
            </a:lvl5pPr>
            <a:lvl6pPr marL="2286000" algn="l" defTabSz="914400" rtl="0" eaLnBrk="1" latinLnBrk="0" hangingPunct="1">
              <a:defRPr sz="2000" kern="1200">
                <a:solidFill>
                  <a:srgbClr val="74808C"/>
                </a:solidFill>
                <a:latin typeface="Poppins"/>
                <a:ea typeface="Poppins"/>
                <a:cs typeface="Poppins"/>
                <a:sym typeface="Poppins"/>
              </a:defRPr>
            </a:lvl6pPr>
            <a:lvl7pPr marL="2743200" algn="l" defTabSz="914400" rtl="0" eaLnBrk="1" latinLnBrk="0" hangingPunct="1">
              <a:defRPr sz="2000" kern="1200">
                <a:solidFill>
                  <a:srgbClr val="74808C"/>
                </a:solidFill>
                <a:latin typeface="Poppins"/>
                <a:ea typeface="Poppins"/>
                <a:cs typeface="Poppins"/>
                <a:sym typeface="Poppins"/>
              </a:defRPr>
            </a:lvl7pPr>
            <a:lvl8pPr marL="3200400" algn="l" defTabSz="914400" rtl="0" eaLnBrk="1" latinLnBrk="0" hangingPunct="1">
              <a:defRPr sz="2000" kern="1200">
                <a:solidFill>
                  <a:srgbClr val="74808C"/>
                </a:solidFill>
                <a:latin typeface="Poppins"/>
                <a:ea typeface="Poppins"/>
                <a:cs typeface="Poppins"/>
                <a:sym typeface="Poppins"/>
              </a:defRPr>
            </a:lvl8pPr>
            <a:lvl9pPr marL="3657600" algn="l" defTabSz="914400" rtl="0" eaLnBrk="1" latinLnBrk="0" hangingPunct="1">
              <a:defRPr sz="2000" kern="1200">
                <a:solidFill>
                  <a:srgbClr val="74808C"/>
                </a:solidFill>
                <a:latin typeface="Poppins"/>
                <a:ea typeface="Poppins"/>
                <a:cs typeface="Poppins"/>
                <a:sym typeface="Poppins"/>
              </a:defRPr>
            </a:lvl9pPr>
          </a:lstStyle>
          <a:p>
            <a:pPr>
              <a:defRPr sz="2200" b="0">
                <a:solidFill>
                  <a:srgbClr val="FFFFFF"/>
                </a:solidFill>
                <a:latin typeface="+mn-lt"/>
                <a:ea typeface="+mn-ea"/>
                <a:cs typeface="+mn-cs"/>
                <a:sym typeface="Helvetica Neue Medium"/>
              </a:defRPr>
            </a:pPr>
            <a:endParaRPr sz="1238"/>
          </a:p>
        </p:txBody>
      </p:sp>
      <p:sp>
        <p:nvSpPr>
          <p:cNvPr id="3" name="Espace réservé du texte 2">
            <a:extLst>
              <a:ext uri="{FF2B5EF4-FFF2-40B4-BE49-F238E27FC236}">
                <a16:creationId xmlns:a16="http://schemas.microsoft.com/office/drawing/2014/main" id="{7555F171-B05E-4A71-948C-6EF6AE56A2CF}"/>
              </a:ext>
            </a:extLst>
          </p:cNvPr>
          <p:cNvSpPr>
            <a:spLocks noGrp="1"/>
          </p:cNvSpPr>
          <p:nvPr>
            <p:ph type="body" sz="quarter" idx="18" hasCustomPrompt="1"/>
          </p:nvPr>
        </p:nvSpPr>
        <p:spPr>
          <a:xfrm>
            <a:off x="4297261" y="7514423"/>
            <a:ext cx="1342132" cy="1499658"/>
          </a:xfrm>
          <a:prstGeom prst="rect">
            <a:avLst/>
          </a:prstGeom>
          <a:solidFill>
            <a:schemeClr val="bg1">
              <a:lumMod val="95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2" name="Espace réservé du texte 2">
            <a:extLst>
              <a:ext uri="{FF2B5EF4-FFF2-40B4-BE49-F238E27FC236}">
                <a16:creationId xmlns:a16="http://schemas.microsoft.com/office/drawing/2014/main" id="{BB24A1F7-7EF2-44AC-BDF6-A5530D92868F}"/>
              </a:ext>
            </a:extLst>
          </p:cNvPr>
          <p:cNvSpPr>
            <a:spLocks noGrp="1"/>
          </p:cNvSpPr>
          <p:nvPr>
            <p:ph type="body" sz="quarter" idx="19" hasCustomPrompt="1"/>
          </p:nvPr>
        </p:nvSpPr>
        <p:spPr>
          <a:xfrm>
            <a:off x="2560167" y="7514424"/>
            <a:ext cx="1342132" cy="1499658"/>
          </a:xfrm>
          <a:prstGeom prst="rect">
            <a:avLst/>
          </a:prstGeom>
          <a:solidFill>
            <a:schemeClr val="bg1">
              <a:lumMod val="95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3" name="Espace réservé du texte 2">
            <a:extLst>
              <a:ext uri="{FF2B5EF4-FFF2-40B4-BE49-F238E27FC236}">
                <a16:creationId xmlns:a16="http://schemas.microsoft.com/office/drawing/2014/main" id="{644D0014-EFBD-4442-92FD-02636DBDBFE6}"/>
              </a:ext>
            </a:extLst>
          </p:cNvPr>
          <p:cNvSpPr>
            <a:spLocks noGrp="1"/>
          </p:cNvSpPr>
          <p:nvPr>
            <p:ph type="body" sz="quarter" idx="20" hasCustomPrompt="1"/>
          </p:nvPr>
        </p:nvSpPr>
        <p:spPr>
          <a:xfrm>
            <a:off x="823074" y="7559702"/>
            <a:ext cx="1342132" cy="1499658"/>
          </a:xfrm>
          <a:prstGeom prst="rect">
            <a:avLst/>
          </a:prstGeom>
          <a:solidFill>
            <a:schemeClr val="bg1">
              <a:lumMod val="95000"/>
            </a:schemeClr>
          </a:solidFill>
        </p:spPr>
        <p:txBody>
          <a:bodyPr/>
          <a:lstStyle>
            <a:lvl1pPr marL="0" indent="0">
              <a:buNone/>
              <a:defRPr sz="1125">
                <a:latin typeface="Roboto Lt" pitchFamily="2" charset="0"/>
                <a:ea typeface="Roboto Lt" pitchFamily="2" charset="0"/>
              </a:defRPr>
            </a:lvl1pPr>
          </a:lstStyle>
          <a:p>
            <a:pPr lvl="0"/>
            <a:r>
              <a:rPr lang="fr-FR" dirty="0"/>
              <a:t>Insérer votre texte</a:t>
            </a:r>
          </a:p>
        </p:txBody>
      </p:sp>
      <p:sp>
        <p:nvSpPr>
          <p:cNvPr id="24" name="Espace réservé du texte 7">
            <a:extLst>
              <a:ext uri="{FF2B5EF4-FFF2-40B4-BE49-F238E27FC236}">
                <a16:creationId xmlns:a16="http://schemas.microsoft.com/office/drawing/2014/main" id="{19E30A17-4243-4A56-899B-DD6ED622930B}"/>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Tree>
    <p:extLst>
      <p:ext uri="{BB962C8B-B14F-4D97-AF65-F5344CB8AC3E}">
        <p14:creationId xmlns:p14="http://schemas.microsoft.com/office/powerpoint/2010/main" val="65865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0"/>
                                  </p:stCondLst>
                                  <p:endCondLst>
                                    <p:cond evt="begin" delay="0">
                                      <p:tn val="10"/>
                                    </p:cond>
                                  </p:end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bg/>
                                          </p:spTgt>
                                        </p:tgtEl>
                                        <p:attrNameLst>
                                          <p:attrName>style.visibility</p:attrName>
                                        </p:attrNameLst>
                                      </p:cBhvr>
                                      <p:to>
                                        <p:strVal val="visible"/>
                                      </p:to>
                                    </p:set>
                                    <p:animEffect transition="in" filter="wipe(down)">
                                      <p:cBhvr>
                                        <p:cTn id="22" dur="500"/>
                                        <p:tgtEl>
                                          <p:spTgt spid="23">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wipe(down)">
                                      <p:cBhvr>
                                        <p:cTn id="27" dur="500"/>
                                        <p:tgtEl>
                                          <p:spTgt spid="2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nodePh="1">
                                  <p:stCondLst>
                                    <p:cond delay="0"/>
                                  </p:stCondLst>
                                  <p:endCondLst>
                                    <p:cond evt="begin" delay="0">
                                      <p:tn val="30"/>
                                    </p:cond>
                                  </p:end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2">
                                            <p:bg/>
                                          </p:spTgt>
                                        </p:tgtEl>
                                        <p:attrNameLst>
                                          <p:attrName>style.visibility</p:attrName>
                                        </p:attrNameLst>
                                      </p:cBhvr>
                                      <p:to>
                                        <p:strVal val="visible"/>
                                      </p:to>
                                    </p:set>
                                    <p:animEffect transition="in" filter="wipe(down)">
                                      <p:cBhvr>
                                        <p:cTn id="47" dur="500"/>
                                        <p:tgtEl>
                                          <p:spTgt spid="22">
                                            <p:bg/>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down)">
                                      <p:cBhvr>
                                        <p:cTn id="52" dur="500"/>
                                        <p:tgtEl>
                                          <p:spTgt spid="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nodePh="1">
                                  <p:stCondLst>
                                    <p:cond delay="0"/>
                                  </p:stCondLst>
                                  <p:endCondLst>
                                    <p:cond evt="begin" delay="0">
                                      <p:tn val="55"/>
                                    </p:cond>
                                  </p:end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3">
                                            <p:bg/>
                                          </p:spTgt>
                                        </p:tgtEl>
                                        <p:attrNameLst>
                                          <p:attrName>style.visibility</p:attrName>
                                        </p:attrNameLst>
                                      </p:cBhvr>
                                      <p:to>
                                        <p:strVal val="visible"/>
                                      </p:to>
                                    </p:set>
                                    <p:animEffect transition="in" filter="wipe(down)">
                                      <p:cBhvr>
                                        <p:cTn id="69" dur="500"/>
                                        <p:tgtEl>
                                          <p:spTgt spid="3">
                                            <p:bg/>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
                                            <p:txEl>
                                              <p:pRg st="0" end="0"/>
                                            </p:txEl>
                                          </p:spTgt>
                                        </p:tgtEl>
                                        <p:attrNameLst>
                                          <p:attrName>style.visibility</p:attrName>
                                        </p:attrNameLst>
                                      </p:cBhvr>
                                      <p:to>
                                        <p:strVal val="visible"/>
                                      </p:to>
                                    </p:set>
                                    <p:animEffect transition="in" filter="wipe(down)">
                                      <p:cBhvr>
                                        <p:cTn id="74" dur="500"/>
                                        <p:tgtEl>
                                          <p:spTgt spid="3">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p:bldP spid="15" grpId="0" animBg="1"/>
      <p:bldP spid="16" grpId="0"/>
      <p:bldP spid="17" grpId="0" animBg="1"/>
      <p:bldP spid="18" grpId="0"/>
      <p:bldP spid="19" grpId="0" animBg="1"/>
      <p:bldP spid="20" grpId="0" animBg="1"/>
      <p:bldP spid="21" grpId="0" animBg="1"/>
      <p:bldP spid="3" grpId="0" build="p" animBg="1">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cTn>
              </p:par>
            </p:tnLst>
          </p:tmpl>
        </p:tmplLst>
      </p:bldP>
      <p:bldP spid="22" grpId="0" build="p" animBg="1">
        <p:tmplLst>
          <p:tmpl lvl="1">
            <p:tnLst>
              <p:par>
                <p:cTn presetID="22" presetClass="entr" presetSubtype="4"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down)">
                      <p:cBhvr>
                        <p:cTn dur="500"/>
                        <p:tgtEl>
                          <p:spTgt spid="22"/>
                        </p:tgtEl>
                      </p:cBhvr>
                    </p:animEffect>
                  </p:childTnLst>
                </p:cTn>
              </p:par>
            </p:tnLst>
          </p:tmpl>
        </p:tmplLst>
      </p:bldP>
      <p:bldP spid="23" grpId="0" build="p" animBg="1">
        <p:tmplLst>
          <p:tmpl lvl="1">
            <p:tnLst>
              <p:par>
                <p:cTn presetID="22" presetClass="entr" presetSubtype="4"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down)">
                      <p:cBhvr>
                        <p:cTn dur="500"/>
                        <p:tgtEl>
                          <p:spTgt spid="23"/>
                        </p:tgtEl>
                      </p:cBhvr>
                    </p:animEffect>
                  </p:childTnLst>
                </p:cTn>
              </p:par>
            </p:tnLst>
          </p:tmpl>
        </p:tmplLst>
      </p:bldP>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8" name="Espace réservé de la date 3">
            <a:extLst>
              <a:ext uri="{FF2B5EF4-FFF2-40B4-BE49-F238E27FC236}">
                <a16:creationId xmlns:a16="http://schemas.microsoft.com/office/drawing/2014/main" id="{F3559558-6670-4C5C-AB74-108A936BB7A4}"/>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9" name="Espace réservé du pied de page 4">
            <a:extLst>
              <a:ext uri="{FF2B5EF4-FFF2-40B4-BE49-F238E27FC236}">
                <a16:creationId xmlns:a16="http://schemas.microsoft.com/office/drawing/2014/main" id="{4317272E-B623-4521-BC0F-E2F6ED91EB01}"/>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8" name="Espace réservé du texte 7">
            <a:extLst>
              <a:ext uri="{FF2B5EF4-FFF2-40B4-BE49-F238E27FC236}">
                <a16:creationId xmlns:a16="http://schemas.microsoft.com/office/drawing/2014/main" id="{BB281128-25C2-4CB7-8BC4-F62A70B68723}"/>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
        <p:nvSpPr>
          <p:cNvPr id="34" name="Oval 28">
            <a:extLst>
              <a:ext uri="{FF2B5EF4-FFF2-40B4-BE49-F238E27FC236}">
                <a16:creationId xmlns:a16="http://schemas.microsoft.com/office/drawing/2014/main" id="{E267346E-2FCF-4253-8A0D-473B1E7F9EB1}"/>
              </a:ext>
            </a:extLst>
          </p:cNvPr>
          <p:cNvSpPr/>
          <p:nvPr userDrawn="1"/>
        </p:nvSpPr>
        <p:spPr>
          <a:xfrm>
            <a:off x="3009769" y="3178586"/>
            <a:ext cx="1134692" cy="2913299"/>
          </a:xfrm>
          <a:prstGeom prst="ellipse">
            <a:avLst/>
          </a:prstGeom>
          <a:solidFill>
            <a:srgbClr val="0071B9"/>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5" name="Oval 30">
            <a:extLst>
              <a:ext uri="{FF2B5EF4-FFF2-40B4-BE49-F238E27FC236}">
                <a16:creationId xmlns:a16="http://schemas.microsoft.com/office/drawing/2014/main" id="{59152DD4-3BCE-4CE8-8093-D75B41605A32}"/>
              </a:ext>
            </a:extLst>
          </p:cNvPr>
          <p:cNvSpPr/>
          <p:nvPr userDrawn="1"/>
        </p:nvSpPr>
        <p:spPr>
          <a:xfrm>
            <a:off x="4274059" y="2790889"/>
            <a:ext cx="709107" cy="1820916"/>
          </a:xfrm>
          <a:prstGeom prst="ellipse">
            <a:avLst/>
          </a:prstGeom>
          <a:solidFill>
            <a:schemeClr val="bg1"/>
          </a:solidFill>
          <a:ln w="12700">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675" b="1">
              <a:solidFill>
                <a:srgbClr val="2A7387"/>
              </a:solidFill>
              <a:latin typeface="Roboto Bk" pitchFamily="2" charset="0"/>
              <a:ea typeface="Roboto Bk" pitchFamily="2" charset="0"/>
              <a:cs typeface="Open Sans Semibold" charset="0"/>
            </a:endParaRPr>
          </a:p>
        </p:txBody>
      </p:sp>
      <p:sp>
        <p:nvSpPr>
          <p:cNvPr id="36" name="Oval 28">
            <a:extLst>
              <a:ext uri="{FF2B5EF4-FFF2-40B4-BE49-F238E27FC236}">
                <a16:creationId xmlns:a16="http://schemas.microsoft.com/office/drawing/2014/main" id="{6C898ECE-5CF4-4531-A0BD-FDA7EEB7A313}"/>
              </a:ext>
            </a:extLst>
          </p:cNvPr>
          <p:cNvSpPr/>
          <p:nvPr userDrawn="1"/>
        </p:nvSpPr>
        <p:spPr>
          <a:xfrm>
            <a:off x="4061266" y="4979366"/>
            <a:ext cx="1134692" cy="2913299"/>
          </a:xfrm>
          <a:prstGeom prst="ellipse">
            <a:avLst/>
          </a:prstGeom>
          <a:solidFill>
            <a:srgbClr val="00558B"/>
          </a:solidFill>
          <a:ln>
            <a:solidFill>
              <a:srgbClr val="99D6D8"/>
            </a:solid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7" name="Oval 28">
            <a:extLst>
              <a:ext uri="{FF2B5EF4-FFF2-40B4-BE49-F238E27FC236}">
                <a16:creationId xmlns:a16="http://schemas.microsoft.com/office/drawing/2014/main" id="{1409B547-D099-41B5-B89C-250AFAF8A214}"/>
              </a:ext>
            </a:extLst>
          </p:cNvPr>
          <p:cNvSpPr/>
          <p:nvPr userDrawn="1"/>
        </p:nvSpPr>
        <p:spPr>
          <a:xfrm>
            <a:off x="5195958" y="3183793"/>
            <a:ext cx="809202" cy="2077609"/>
          </a:xfrm>
          <a:prstGeom prst="ellipse">
            <a:avLst/>
          </a:prstGeom>
          <a:solidFill>
            <a:schemeClr val="tx1">
              <a:lumMod val="60000"/>
              <a:lumOff val="40000"/>
            </a:schemeClr>
          </a:solidFill>
          <a:ln>
            <a:noFill/>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bg1"/>
              </a:solidFill>
              <a:latin typeface="Roboto Bk" pitchFamily="2" charset="0"/>
              <a:ea typeface="Roboto Bk" pitchFamily="2" charset="0"/>
              <a:cs typeface="Open Sans Semibold" charset="0"/>
            </a:endParaRPr>
          </a:p>
        </p:txBody>
      </p:sp>
      <p:sp>
        <p:nvSpPr>
          <p:cNvPr id="38" name="Oval 28">
            <a:extLst>
              <a:ext uri="{FF2B5EF4-FFF2-40B4-BE49-F238E27FC236}">
                <a16:creationId xmlns:a16="http://schemas.microsoft.com/office/drawing/2014/main" id="{355DCEA9-CFC1-4D6D-A700-0C02D919379C}"/>
              </a:ext>
            </a:extLst>
          </p:cNvPr>
          <p:cNvSpPr/>
          <p:nvPr userDrawn="1"/>
        </p:nvSpPr>
        <p:spPr>
          <a:xfrm>
            <a:off x="5428669" y="5695949"/>
            <a:ext cx="576492" cy="1480131"/>
          </a:xfrm>
          <a:prstGeom prst="ellipse">
            <a:avLst/>
          </a:prstGeom>
          <a:solidFill>
            <a:schemeClr val="bg1"/>
          </a:solidFill>
          <a:ln>
            <a:solidFill>
              <a:schemeClr val="tx1">
                <a:lumMod val="60000"/>
                <a:lumOff val="40000"/>
              </a:schemeClr>
            </a:solidFill>
            <a:prstDash val="dash"/>
          </a:ln>
          <a:effectLst>
            <a:outerShdw blurRad="673100" sx="102000" sy="102000" algn="ctr"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b="1">
              <a:solidFill>
                <a:schemeClr val="accent3"/>
              </a:solidFill>
              <a:latin typeface="Roboto Bk" pitchFamily="2" charset="0"/>
              <a:ea typeface="Roboto Bk" pitchFamily="2" charset="0"/>
              <a:cs typeface="Open Sans Semibold" charset="0"/>
            </a:endParaRPr>
          </a:p>
        </p:txBody>
      </p:sp>
      <p:sp>
        <p:nvSpPr>
          <p:cNvPr id="39" name="Фигура">
            <a:extLst>
              <a:ext uri="{FF2B5EF4-FFF2-40B4-BE49-F238E27FC236}">
                <a16:creationId xmlns:a16="http://schemas.microsoft.com/office/drawing/2014/main" id="{6C199E24-911D-4E33-9CB0-B0697B648C25}"/>
              </a:ext>
            </a:extLst>
          </p:cNvPr>
          <p:cNvSpPr/>
          <p:nvPr userDrawn="1"/>
        </p:nvSpPr>
        <p:spPr>
          <a:xfrm>
            <a:off x="549350" y="3107645"/>
            <a:ext cx="1922950" cy="1575191"/>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rgbClr val="D7D0C2"/>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F1F727F7-E253-4E2D-A60E-0EAAA52B5B84}"/>
              </a:ext>
            </a:extLst>
          </p:cNvPr>
          <p:cNvSpPr>
            <a:spLocks noGrp="1"/>
          </p:cNvSpPr>
          <p:nvPr>
            <p:ph type="body" sz="quarter" idx="15" hasCustomPrompt="1"/>
          </p:nvPr>
        </p:nvSpPr>
        <p:spPr>
          <a:xfrm>
            <a:off x="732143" y="3665959"/>
            <a:ext cx="1559053" cy="680676"/>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Intitulé</a:t>
            </a:r>
          </a:p>
        </p:txBody>
      </p:sp>
      <p:sp>
        <p:nvSpPr>
          <p:cNvPr id="41" name="Espace réservé du texte 3">
            <a:extLst>
              <a:ext uri="{FF2B5EF4-FFF2-40B4-BE49-F238E27FC236}">
                <a16:creationId xmlns:a16="http://schemas.microsoft.com/office/drawing/2014/main" id="{39C32B53-89AB-4496-95EA-63CA8B2A2B5B}"/>
              </a:ext>
            </a:extLst>
          </p:cNvPr>
          <p:cNvSpPr>
            <a:spLocks noGrp="1"/>
          </p:cNvSpPr>
          <p:nvPr>
            <p:ph type="body" sz="quarter" idx="16" hasCustomPrompt="1"/>
          </p:nvPr>
        </p:nvSpPr>
        <p:spPr>
          <a:xfrm>
            <a:off x="3136434" y="3566628"/>
            <a:ext cx="881360" cy="2137212"/>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4500">
                <a:solidFill>
                  <a:schemeClr val="bg1"/>
                </a:solidFill>
                <a:latin typeface="Roboto Bk" pitchFamily="2" charset="0"/>
                <a:ea typeface="Roboto Bk" pitchFamily="2" charset="0"/>
              </a:defRPr>
            </a:lvl1pPr>
          </a:lstStyle>
          <a:p>
            <a:pPr lvl="0"/>
            <a:r>
              <a:rPr lang="fr-FR" dirty="0"/>
              <a:t>00</a:t>
            </a:r>
          </a:p>
        </p:txBody>
      </p:sp>
      <p:sp>
        <p:nvSpPr>
          <p:cNvPr id="42" name="Espace réservé du texte 3">
            <a:extLst>
              <a:ext uri="{FF2B5EF4-FFF2-40B4-BE49-F238E27FC236}">
                <a16:creationId xmlns:a16="http://schemas.microsoft.com/office/drawing/2014/main" id="{12D2FA39-89DC-47C6-B42B-B9F22964CC94}"/>
              </a:ext>
            </a:extLst>
          </p:cNvPr>
          <p:cNvSpPr>
            <a:spLocks noGrp="1"/>
          </p:cNvSpPr>
          <p:nvPr>
            <p:ph type="body" sz="quarter" idx="17" hasCustomPrompt="1"/>
          </p:nvPr>
        </p:nvSpPr>
        <p:spPr>
          <a:xfrm>
            <a:off x="4194286" y="5582729"/>
            <a:ext cx="881360" cy="16492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a:solidFill>
                  <a:schemeClr val="bg1"/>
                </a:solidFill>
              </a:defRPr>
            </a:lvl1p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50" b="0" i="0" u="none" strike="noStrike" kern="1200" cap="none" spc="0" normalizeH="0" baseline="0" noProof="0" dirty="0">
                <a:ln>
                  <a:noFill/>
                </a:ln>
                <a:solidFill>
                  <a:prstClr val="white"/>
                </a:solidFill>
                <a:effectLst/>
                <a:uLnTx/>
                <a:uFillTx/>
                <a:latin typeface="Roboto Bk" pitchFamily="2" charset="0"/>
                <a:ea typeface="Roboto Bk" pitchFamily="2" charset="0"/>
                <a:cs typeface="Cinzel" charset="0"/>
              </a:rPr>
              <a:t>00</a:t>
            </a:r>
          </a:p>
          <a:p>
            <a:pPr lvl="0"/>
            <a:endParaRPr lang="fr-FR" dirty="0"/>
          </a:p>
        </p:txBody>
      </p:sp>
      <p:sp>
        <p:nvSpPr>
          <p:cNvPr id="43" name="Espace réservé du texte 22">
            <a:extLst>
              <a:ext uri="{FF2B5EF4-FFF2-40B4-BE49-F238E27FC236}">
                <a16:creationId xmlns:a16="http://schemas.microsoft.com/office/drawing/2014/main" id="{C5349605-CF39-47C3-95F7-30296A76FEC9}"/>
              </a:ext>
            </a:extLst>
          </p:cNvPr>
          <p:cNvSpPr>
            <a:spLocks noGrp="1"/>
          </p:cNvSpPr>
          <p:nvPr>
            <p:ph type="body" sz="quarter" idx="18" hasCustomPrompt="1"/>
          </p:nvPr>
        </p:nvSpPr>
        <p:spPr>
          <a:xfrm>
            <a:off x="5305880" y="3439933"/>
            <a:ext cx="589359" cy="1497785"/>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3038">
                <a:solidFill>
                  <a:schemeClr val="bg1"/>
                </a:solidFill>
                <a:latin typeface="Roboto Bk" pitchFamily="2" charset="0"/>
                <a:ea typeface="Roboto Bk" pitchFamily="2" charset="0"/>
              </a:defRPr>
            </a:lvl1pPr>
          </a:lstStyle>
          <a:p>
            <a:pPr lvl="0"/>
            <a:r>
              <a:rPr lang="fr-FR" dirty="0"/>
              <a:t>00</a:t>
            </a:r>
          </a:p>
        </p:txBody>
      </p:sp>
      <p:sp>
        <p:nvSpPr>
          <p:cNvPr id="44" name="Espace réservé du texte 24">
            <a:extLst>
              <a:ext uri="{FF2B5EF4-FFF2-40B4-BE49-F238E27FC236}">
                <a16:creationId xmlns:a16="http://schemas.microsoft.com/office/drawing/2014/main" id="{B0D1F192-D22E-4ACC-BE72-E9520347FB55}"/>
              </a:ext>
            </a:extLst>
          </p:cNvPr>
          <p:cNvSpPr>
            <a:spLocks noGrp="1"/>
          </p:cNvSpPr>
          <p:nvPr>
            <p:ph type="body" sz="quarter" idx="19" hasCustomPrompt="1"/>
          </p:nvPr>
        </p:nvSpPr>
        <p:spPr>
          <a:xfrm>
            <a:off x="4357253" y="3137409"/>
            <a:ext cx="555427" cy="1057098"/>
          </a:xfrm>
          <a:prstGeom prst="rect">
            <a:avLst/>
          </a:prstGeom>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475">
                <a:solidFill>
                  <a:schemeClr val="tx1">
                    <a:lumMod val="75000"/>
                  </a:schemeClr>
                </a:solidFill>
                <a:latin typeface="Roboto Bk" pitchFamily="2" charset="0"/>
                <a:ea typeface="Roboto Bk" pitchFamily="2" charset="0"/>
              </a:defRPr>
            </a:lvl1pPr>
          </a:lstStyle>
          <a:p>
            <a:pPr lvl="0"/>
            <a:r>
              <a:rPr lang="fr-FR" dirty="0"/>
              <a:t>00</a:t>
            </a:r>
          </a:p>
        </p:txBody>
      </p:sp>
      <p:sp>
        <p:nvSpPr>
          <p:cNvPr id="45" name="Espace réservé du texte 26">
            <a:extLst>
              <a:ext uri="{FF2B5EF4-FFF2-40B4-BE49-F238E27FC236}">
                <a16:creationId xmlns:a16="http://schemas.microsoft.com/office/drawing/2014/main" id="{45A3273B-84FE-4A2A-A562-0DAD0C3D6095}"/>
              </a:ext>
            </a:extLst>
          </p:cNvPr>
          <p:cNvSpPr>
            <a:spLocks noGrp="1"/>
          </p:cNvSpPr>
          <p:nvPr>
            <p:ph type="body" sz="quarter" idx="20" hasCustomPrompt="1"/>
          </p:nvPr>
        </p:nvSpPr>
        <p:spPr>
          <a:xfrm>
            <a:off x="5521261" y="5955607"/>
            <a:ext cx="411659" cy="1032464"/>
          </a:xfrm>
          <a:prstGeom prst="rect">
            <a:avLst/>
          </a:prstGeom>
          <a:noFill/>
        </p:spPr>
        <p:txBody>
          <a:bodyPr/>
          <a:lstStyle>
            <a:lvl1pPr marL="0" marR="0" indent="0" algn="ctr" defTabSz="514350" rtl="0" eaLnBrk="1" fontAlgn="auto" latinLnBrk="0" hangingPunct="1">
              <a:lnSpc>
                <a:spcPct val="100000"/>
              </a:lnSpc>
              <a:spcBef>
                <a:spcPts val="0"/>
              </a:spcBef>
              <a:spcAft>
                <a:spcPts val="0"/>
              </a:spcAft>
              <a:buClrTx/>
              <a:buSzTx/>
              <a:buFontTx/>
              <a:buNone/>
              <a:tabLst/>
              <a:defRPr sz="2025">
                <a:solidFill>
                  <a:schemeClr val="tx2"/>
                </a:solidFill>
                <a:latin typeface="Roboto Bk" pitchFamily="2" charset="0"/>
                <a:ea typeface="Roboto Bk" pitchFamily="2" charset="0"/>
              </a:defRPr>
            </a:lvl1pPr>
          </a:lstStyle>
          <a:p>
            <a:pPr lvl="0"/>
            <a:r>
              <a:rPr lang="fr-FR" dirty="0"/>
              <a:t>00</a:t>
            </a:r>
          </a:p>
        </p:txBody>
      </p:sp>
    </p:spTree>
    <p:extLst>
      <p:ext uri="{BB962C8B-B14F-4D97-AF65-F5344CB8AC3E}">
        <p14:creationId xmlns:p14="http://schemas.microsoft.com/office/powerpoint/2010/main" val="336904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wipe(left)">
                                      <p:cBhvr>
                                        <p:cTn id="7" dur="500"/>
                                        <p:tgtEl>
                                          <p:spTgt spid="4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41">
                                            <p:txEl>
                                              <p:pRg st="0" end="0"/>
                                            </p:txEl>
                                          </p:spTgt>
                                        </p:tgtEl>
                                        <p:attrNameLst>
                                          <p:attrName>style.visibility</p:attrName>
                                        </p:attrNameLst>
                                      </p:cBhvr>
                                      <p:to>
                                        <p:strVal val="visible"/>
                                      </p:to>
                                    </p:set>
                                    <p:animEffect transition="in" filter="fade">
                                      <p:cBhvr>
                                        <p:cTn id="15" dur="1000"/>
                                        <p:tgtEl>
                                          <p:spTgt spid="41">
                                            <p:txEl>
                                              <p:pRg st="0" end="0"/>
                                            </p:txEl>
                                          </p:spTgt>
                                        </p:tgtEl>
                                      </p:cBhvr>
                                    </p:animEffect>
                                    <p:anim calcmode="lin" valueType="num">
                                      <p:cBhvr>
                                        <p:cTn id="16"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41">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4">
                                            <p:txEl>
                                              <p:pRg st="0" end="0"/>
                                            </p:txEl>
                                          </p:spTgt>
                                        </p:tgtEl>
                                        <p:attrNameLst>
                                          <p:attrName>style.visibility</p:attrName>
                                        </p:attrNameLst>
                                      </p:cBhvr>
                                      <p:to>
                                        <p:strVal val="visible"/>
                                      </p:to>
                                    </p:set>
                                    <p:animEffect transition="in" filter="fade">
                                      <p:cBhvr>
                                        <p:cTn id="27" dur="1000"/>
                                        <p:tgtEl>
                                          <p:spTgt spid="44">
                                            <p:txEl>
                                              <p:pRg st="0" end="0"/>
                                            </p:txEl>
                                          </p:spTgt>
                                        </p:tgtEl>
                                      </p:cBhvr>
                                    </p:animEffect>
                                    <p:anim calcmode="lin" valueType="num">
                                      <p:cBhvr>
                                        <p:cTn id="28"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44">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1000"/>
                                        <p:tgtEl>
                                          <p:spTgt spid="36"/>
                                        </p:tgtEl>
                                      </p:cBhvr>
                                    </p:animEffect>
                                    <p:anim calcmode="lin" valueType="num">
                                      <p:cBhvr>
                                        <p:cTn id="40" dur="1000" fill="hold"/>
                                        <p:tgtEl>
                                          <p:spTgt spid="36"/>
                                        </p:tgtEl>
                                        <p:attrNameLst>
                                          <p:attrName>ppt_x</p:attrName>
                                        </p:attrNameLst>
                                      </p:cBhvr>
                                      <p:tavLst>
                                        <p:tav tm="0">
                                          <p:val>
                                            <p:strVal val="#ppt_x"/>
                                          </p:val>
                                        </p:tav>
                                        <p:tav tm="100000">
                                          <p:val>
                                            <p:strVal val="#ppt_x"/>
                                          </p:val>
                                        </p:tav>
                                      </p:tavLst>
                                    </p:anim>
                                    <p:anim calcmode="lin" valueType="num">
                                      <p:cBhvr>
                                        <p:cTn id="41" dur="1000" fill="hold"/>
                                        <p:tgtEl>
                                          <p:spTgt spid="36"/>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2">
                                            <p:txEl>
                                              <p:pRg st="0" end="0"/>
                                            </p:txEl>
                                          </p:spTgt>
                                        </p:tgtEl>
                                        <p:attrNameLst>
                                          <p:attrName>style.visibility</p:attrName>
                                        </p:attrNameLst>
                                      </p:cBhvr>
                                      <p:to>
                                        <p:strVal val="visible"/>
                                      </p:to>
                                    </p:set>
                                    <p:animEffect transition="in" filter="fade">
                                      <p:cBhvr>
                                        <p:cTn id="44" dur="1000"/>
                                        <p:tgtEl>
                                          <p:spTgt spid="42">
                                            <p:txEl>
                                              <p:pRg st="0" end="0"/>
                                            </p:txEl>
                                          </p:spTgt>
                                        </p:tgtEl>
                                      </p:cBhvr>
                                    </p:animEffect>
                                    <p:anim calcmode="lin" valueType="num">
                                      <p:cBhvr>
                                        <p:cTn id="45"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46" dur="1000" fill="hold"/>
                                        <p:tgtEl>
                                          <p:spTgt spid="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3">
                                            <p:txEl>
                                              <p:pRg st="0" end="0"/>
                                            </p:txEl>
                                          </p:spTgt>
                                        </p:tgtEl>
                                        <p:attrNameLst>
                                          <p:attrName>style.visibility</p:attrName>
                                        </p:attrNameLst>
                                      </p:cBhvr>
                                      <p:to>
                                        <p:strVal val="visible"/>
                                      </p:to>
                                    </p:set>
                                    <p:animEffect transition="in" filter="fade">
                                      <p:cBhvr>
                                        <p:cTn id="51" dur="1000"/>
                                        <p:tgtEl>
                                          <p:spTgt spid="43">
                                            <p:txEl>
                                              <p:pRg st="0" end="0"/>
                                            </p:txEl>
                                          </p:spTgt>
                                        </p:tgtEl>
                                      </p:cBhvr>
                                    </p:animEffect>
                                    <p:anim calcmode="lin" valueType="num">
                                      <p:cBhvr>
                                        <p:cTn id="52"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p:cTn id="53" dur="1000" fill="hold"/>
                                        <p:tgtEl>
                                          <p:spTgt spid="43">
                                            <p:txEl>
                                              <p:pRg st="0" end="0"/>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1000"/>
                                        <p:tgtEl>
                                          <p:spTgt spid="37"/>
                                        </p:tgtEl>
                                      </p:cBhvr>
                                    </p:animEffect>
                                    <p:anim calcmode="lin" valueType="num">
                                      <p:cBhvr>
                                        <p:cTn id="57" dur="1000" fill="hold"/>
                                        <p:tgtEl>
                                          <p:spTgt spid="37"/>
                                        </p:tgtEl>
                                        <p:attrNameLst>
                                          <p:attrName>ppt_x</p:attrName>
                                        </p:attrNameLst>
                                      </p:cBhvr>
                                      <p:tavLst>
                                        <p:tav tm="0">
                                          <p:val>
                                            <p:strVal val="#ppt_x"/>
                                          </p:val>
                                        </p:tav>
                                        <p:tav tm="100000">
                                          <p:val>
                                            <p:strVal val="#ppt_x"/>
                                          </p:val>
                                        </p:tav>
                                      </p:tavLst>
                                    </p:anim>
                                    <p:anim calcmode="lin" valueType="num">
                                      <p:cBhvr>
                                        <p:cTn id="5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fade">
                                      <p:cBhvr>
                                        <p:cTn id="63" dur="1000"/>
                                        <p:tgtEl>
                                          <p:spTgt spid="45">
                                            <p:txEl>
                                              <p:pRg st="0" end="0"/>
                                            </p:txEl>
                                          </p:spTgt>
                                        </p:tgtEl>
                                      </p:cBhvr>
                                    </p:animEffect>
                                    <p:anim calcmode="lin" valueType="num">
                                      <p:cBhvr>
                                        <p:cTn id="64" dur="10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45">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1000"/>
                                        <p:tgtEl>
                                          <p:spTgt spid="38"/>
                                        </p:tgtEl>
                                      </p:cBhvr>
                                    </p:animEffect>
                                    <p:anim calcmode="lin" valueType="num">
                                      <p:cBhvr>
                                        <p:cTn id="69" dur="1000" fill="hold"/>
                                        <p:tgtEl>
                                          <p:spTgt spid="38"/>
                                        </p:tgtEl>
                                        <p:attrNameLst>
                                          <p:attrName>ppt_x</p:attrName>
                                        </p:attrNameLst>
                                      </p:cBhvr>
                                      <p:tavLst>
                                        <p:tav tm="0">
                                          <p:val>
                                            <p:strVal val="#ppt_x"/>
                                          </p:val>
                                        </p:tav>
                                        <p:tav tm="100000">
                                          <p:val>
                                            <p:strVal val="#ppt_x"/>
                                          </p:val>
                                        </p:tav>
                                      </p:tavLst>
                                    </p:anim>
                                    <p:anim calcmode="lin" valueType="num">
                                      <p:cBhvr>
                                        <p:cTn id="70"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build="p">
        <p:tmplLst>
          <p:tmpl lvl="1">
            <p:tnLst>
              <p:par>
                <p:cTn presetID="42" presetClass="entr" presetSubtype="0" fill="hold" nodeType="click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anim calcmode="lin" valueType="num">
                      <p:cBhvr>
                        <p:cTn dur="1000" fill="hold"/>
                        <p:tgtEl>
                          <p:spTgt spid="41"/>
                        </p:tgtEl>
                        <p:attrNameLst>
                          <p:attrName>ppt_x</p:attrName>
                        </p:attrNameLst>
                      </p:cBhvr>
                      <p:tavLst>
                        <p:tav tm="0">
                          <p:val>
                            <p:strVal val="#ppt_x"/>
                          </p:val>
                        </p:tav>
                        <p:tav tm="100000">
                          <p:val>
                            <p:strVal val="#ppt_x"/>
                          </p:val>
                        </p:tav>
                      </p:tavLst>
                    </p:anim>
                    <p:anim calcmode="lin" valueType="num">
                      <p:cBhvr>
                        <p:cTn dur="1000" fill="hold"/>
                        <p:tgtEl>
                          <p:spTgt spid="41"/>
                        </p:tgtEl>
                        <p:attrNameLst>
                          <p:attrName>ppt_y</p:attrName>
                        </p:attrNameLst>
                      </p:cBhvr>
                      <p:tavLst>
                        <p:tav tm="0">
                          <p:val>
                            <p:strVal val="#ppt_y+.1"/>
                          </p:val>
                        </p:tav>
                        <p:tav tm="100000">
                          <p:val>
                            <p:strVal val="#ppt_y"/>
                          </p:val>
                        </p:tav>
                      </p:tavLst>
                    </p:anim>
                  </p:childTnLst>
                </p:cTn>
              </p:par>
            </p:tnLst>
          </p:tmpl>
        </p:tmplLst>
      </p:bldP>
      <p:bldP spid="42" grpId="0" build="p">
        <p:tmplLst>
          <p:tmpl lvl="1">
            <p:tnLst>
              <p:par>
                <p:cTn presetID="42"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anim calcmode="lin" valueType="num">
                      <p:cBhvr>
                        <p:cTn dur="1000" fill="hold"/>
                        <p:tgtEl>
                          <p:spTgt spid="42"/>
                        </p:tgtEl>
                        <p:attrNameLst>
                          <p:attrName>ppt_x</p:attrName>
                        </p:attrNameLst>
                      </p:cBhvr>
                      <p:tavLst>
                        <p:tav tm="0">
                          <p:val>
                            <p:strVal val="#ppt_x"/>
                          </p:val>
                        </p:tav>
                        <p:tav tm="100000">
                          <p:val>
                            <p:strVal val="#ppt_x"/>
                          </p:val>
                        </p:tav>
                      </p:tavLst>
                    </p:anim>
                    <p:anim calcmode="lin" valueType="num">
                      <p:cBhvr>
                        <p:cTn dur="1000" fill="hold"/>
                        <p:tgtEl>
                          <p:spTgt spid="42"/>
                        </p:tgtEl>
                        <p:attrNameLst>
                          <p:attrName>ppt_y</p:attrName>
                        </p:attrNameLst>
                      </p:cBhvr>
                      <p:tavLst>
                        <p:tav tm="0">
                          <p:val>
                            <p:strVal val="#ppt_y+.1"/>
                          </p:val>
                        </p:tav>
                        <p:tav tm="100000">
                          <p:val>
                            <p:strVal val="#ppt_y"/>
                          </p:val>
                        </p:tav>
                      </p:tavLst>
                    </p:anim>
                  </p:childTnLst>
                </p:cTn>
              </p:par>
            </p:tnLst>
          </p:tmpl>
        </p:tmplLst>
      </p:bldP>
      <p:bldP spid="43" grpId="0" build="p">
        <p:tmplLst>
          <p:tmpl lvl="1">
            <p:tnLst>
              <p:par>
                <p:cTn presetID="42" presetClass="entr" presetSubtype="0" fill="hold" nodeType="click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anim calcmode="lin" valueType="num">
                      <p:cBhvr>
                        <p:cTn dur="1000" fill="hold"/>
                        <p:tgtEl>
                          <p:spTgt spid="43"/>
                        </p:tgtEl>
                        <p:attrNameLst>
                          <p:attrName>ppt_x</p:attrName>
                        </p:attrNameLst>
                      </p:cBhvr>
                      <p:tavLst>
                        <p:tav tm="0">
                          <p:val>
                            <p:strVal val="#ppt_x"/>
                          </p:val>
                        </p:tav>
                        <p:tav tm="100000">
                          <p:val>
                            <p:strVal val="#ppt_x"/>
                          </p:val>
                        </p:tav>
                      </p:tavLst>
                    </p:anim>
                    <p:anim calcmode="lin" valueType="num">
                      <p:cBhvr>
                        <p:cTn dur="1000" fill="hold"/>
                        <p:tgtEl>
                          <p:spTgt spid="43"/>
                        </p:tgtEl>
                        <p:attrNameLst>
                          <p:attrName>ppt_y</p:attrName>
                        </p:attrNameLst>
                      </p:cBhvr>
                      <p:tavLst>
                        <p:tav tm="0">
                          <p:val>
                            <p:strVal val="#ppt_y+.1"/>
                          </p:val>
                        </p:tav>
                        <p:tav tm="100000">
                          <p:val>
                            <p:strVal val="#ppt_y"/>
                          </p:val>
                        </p:tav>
                      </p:tavLst>
                    </p:anim>
                  </p:childTnLst>
                </p:cTn>
              </p:par>
            </p:tnLst>
          </p:tmpl>
        </p:tmplLst>
      </p:bldP>
      <p:bldP spid="44" grpId="0" build="p">
        <p:tmplLst>
          <p:tmpl lvl="1">
            <p:tnLst>
              <p:par>
                <p:cTn presetID="42" presetClass="entr" presetSubtype="0" fill="hold" nodeType="click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anim calcmode="lin" valueType="num">
                      <p:cBhvr>
                        <p:cTn dur="1000" fill="hold"/>
                        <p:tgtEl>
                          <p:spTgt spid="44"/>
                        </p:tgtEl>
                        <p:attrNameLst>
                          <p:attrName>ppt_x</p:attrName>
                        </p:attrNameLst>
                      </p:cBhvr>
                      <p:tavLst>
                        <p:tav tm="0">
                          <p:val>
                            <p:strVal val="#ppt_x"/>
                          </p:val>
                        </p:tav>
                        <p:tav tm="100000">
                          <p:val>
                            <p:strVal val="#ppt_x"/>
                          </p:val>
                        </p:tav>
                      </p:tavLst>
                    </p:anim>
                    <p:anim calcmode="lin" valueType="num">
                      <p:cBhvr>
                        <p:cTn dur="1000" fill="hold"/>
                        <p:tgtEl>
                          <p:spTgt spid="44"/>
                        </p:tgtEl>
                        <p:attrNameLst>
                          <p:attrName>ppt_y</p:attrName>
                        </p:attrNameLst>
                      </p:cBhvr>
                      <p:tavLst>
                        <p:tav tm="0">
                          <p:val>
                            <p:strVal val="#ppt_y+.1"/>
                          </p:val>
                        </p:tav>
                        <p:tav tm="100000">
                          <p:val>
                            <p:strVal val="#ppt_y"/>
                          </p:val>
                        </p:tav>
                      </p:tavLst>
                    </p:anim>
                  </p:childTnLst>
                </p:cTn>
              </p:par>
            </p:tnLst>
          </p:tmpl>
        </p:tmplLst>
      </p:bldP>
      <p:bldP spid="45" grpId="0" build="p">
        <p:tmplLst>
          <p:tmpl lvl="1">
            <p:tnLst>
              <p:par>
                <p:cTn presetID="42" presetClass="entr" presetSubtype="0"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anim calcmode="lin" valueType="num">
                      <p:cBhvr>
                        <p:cTn dur="1000" fill="hold"/>
                        <p:tgtEl>
                          <p:spTgt spid="45"/>
                        </p:tgtEl>
                        <p:attrNameLst>
                          <p:attrName>ppt_x</p:attrName>
                        </p:attrNameLst>
                      </p:cBhvr>
                      <p:tavLst>
                        <p:tav tm="0">
                          <p:val>
                            <p:strVal val="#ppt_x"/>
                          </p:val>
                        </p:tav>
                        <p:tav tm="100000">
                          <p:val>
                            <p:strVal val="#ppt_x"/>
                          </p:val>
                        </p:tav>
                      </p:tavLst>
                    </p:anim>
                    <p:anim calcmode="lin" valueType="num">
                      <p:cBhvr>
                        <p:cTn dur="1000" fill="hold"/>
                        <p:tgtEl>
                          <p:spTgt spid="45"/>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10" name="Espace réservé du numéro de diapositive 5">
            <a:extLst>
              <a:ext uri="{FF2B5EF4-FFF2-40B4-BE49-F238E27FC236}">
                <a16:creationId xmlns:a16="http://schemas.microsoft.com/office/drawing/2014/main" id="{9BE54539-A981-49A0-AD48-C6609CD4FBD6}"/>
              </a:ext>
            </a:extLst>
          </p:cNvPr>
          <p:cNvSpPr>
            <a:spLocks noGrp="1"/>
          </p:cNvSpPr>
          <p:nvPr>
            <p:ph type="sldNum" sz="quarter" idx="12"/>
          </p:nvPr>
        </p:nvSpPr>
        <p:spPr>
          <a:xfrm>
            <a:off x="6405996" y="9181394"/>
            <a:ext cx="353778"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7" name="ZoneTexte 16">
            <a:extLst>
              <a:ext uri="{FF2B5EF4-FFF2-40B4-BE49-F238E27FC236}">
                <a16:creationId xmlns:a16="http://schemas.microsoft.com/office/drawing/2014/main" id="{75A4E35D-19A6-4ECF-93DA-DD86EDE5DC90}"/>
              </a:ext>
            </a:extLst>
          </p:cNvPr>
          <p:cNvSpPr txBox="1"/>
          <p:nvPr userDrawn="1"/>
        </p:nvSpPr>
        <p:spPr>
          <a:xfrm>
            <a:off x="317182" y="2162308"/>
            <a:ext cx="1269471" cy="334707"/>
          </a:xfrm>
          <a:prstGeom prst="rect">
            <a:avLst/>
          </a:prstGeom>
          <a:solidFill>
            <a:schemeClr val="tx2"/>
          </a:solidFill>
        </p:spPr>
        <p:txBody>
          <a:bodyPr wrap="square" rtlCol="0">
            <a:spAutoFit/>
          </a:bodyPr>
          <a:lstStyle/>
          <a:p>
            <a:endParaRPr lang="fr-FR" sz="1575" u="sng">
              <a:solidFill>
                <a:schemeClr val="bg1"/>
              </a:solidFill>
              <a:latin typeface="The Bold Font" pitchFamily="2" charset="0"/>
            </a:endParaRPr>
          </a:p>
        </p:txBody>
      </p:sp>
      <p:sp>
        <p:nvSpPr>
          <p:cNvPr id="2" name="Rectangle 1">
            <a:extLst>
              <a:ext uri="{FF2B5EF4-FFF2-40B4-BE49-F238E27FC236}">
                <a16:creationId xmlns:a16="http://schemas.microsoft.com/office/drawing/2014/main" id="{DC606C2D-31FA-47BF-A09A-9AC9D79C2E4E}"/>
              </a:ext>
            </a:extLst>
          </p:cNvPr>
          <p:cNvSpPr/>
          <p:nvPr userDrawn="1"/>
        </p:nvSpPr>
        <p:spPr>
          <a:xfrm>
            <a:off x="1809577" y="3410067"/>
            <a:ext cx="1444856" cy="64959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0" name="Rectangle 19">
            <a:extLst>
              <a:ext uri="{FF2B5EF4-FFF2-40B4-BE49-F238E27FC236}">
                <a16:creationId xmlns:a16="http://schemas.microsoft.com/office/drawing/2014/main" id="{693AF349-697E-40F4-B620-0DE224158DB8}"/>
              </a:ext>
            </a:extLst>
          </p:cNvPr>
          <p:cNvSpPr/>
          <p:nvPr userDrawn="1"/>
        </p:nvSpPr>
        <p:spPr>
          <a:xfrm>
            <a:off x="3323013" y="3410065"/>
            <a:ext cx="1444856" cy="6495934"/>
          </a:xfrm>
          <a:prstGeom prst="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1" name="Rectangle 20">
            <a:extLst>
              <a:ext uri="{FF2B5EF4-FFF2-40B4-BE49-F238E27FC236}">
                <a16:creationId xmlns:a16="http://schemas.microsoft.com/office/drawing/2014/main" id="{0A27BE4A-D553-44A3-B08F-5C5A94CC7789}"/>
              </a:ext>
            </a:extLst>
          </p:cNvPr>
          <p:cNvSpPr/>
          <p:nvPr userDrawn="1"/>
        </p:nvSpPr>
        <p:spPr>
          <a:xfrm>
            <a:off x="4836449" y="3410064"/>
            <a:ext cx="1444856" cy="6495934"/>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37" name="Фигура">
            <a:extLst>
              <a:ext uri="{FF2B5EF4-FFF2-40B4-BE49-F238E27FC236}">
                <a16:creationId xmlns:a16="http://schemas.microsoft.com/office/drawing/2014/main" id="{945919DD-ADCE-4E54-A874-D2733A1C123B}"/>
              </a:ext>
            </a:extLst>
          </p:cNvPr>
          <p:cNvSpPr/>
          <p:nvPr userDrawn="1"/>
        </p:nvSpPr>
        <p:spPr>
          <a:xfrm>
            <a:off x="1822707" y="221190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2"/>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38" name="Espace réservé du texte 18">
            <a:extLst>
              <a:ext uri="{FF2B5EF4-FFF2-40B4-BE49-F238E27FC236}">
                <a16:creationId xmlns:a16="http://schemas.microsoft.com/office/drawing/2014/main" id="{50781D51-6515-4147-AA84-D0F274915267}"/>
              </a:ext>
            </a:extLst>
          </p:cNvPr>
          <p:cNvSpPr>
            <a:spLocks noGrp="1"/>
          </p:cNvSpPr>
          <p:nvPr>
            <p:ph type="body" sz="quarter" idx="15" hasCustomPrompt="1"/>
          </p:nvPr>
        </p:nvSpPr>
        <p:spPr>
          <a:xfrm>
            <a:off x="1978580" y="242443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1</a:t>
            </a:r>
          </a:p>
        </p:txBody>
      </p:sp>
      <p:sp>
        <p:nvSpPr>
          <p:cNvPr id="39" name="Фигура">
            <a:extLst>
              <a:ext uri="{FF2B5EF4-FFF2-40B4-BE49-F238E27FC236}">
                <a16:creationId xmlns:a16="http://schemas.microsoft.com/office/drawing/2014/main" id="{CC3A0A6F-65DE-40D0-BB07-9207D9019743}"/>
              </a:ext>
            </a:extLst>
          </p:cNvPr>
          <p:cNvSpPr/>
          <p:nvPr userDrawn="1"/>
        </p:nvSpPr>
        <p:spPr>
          <a:xfrm>
            <a:off x="3367945" y="2132072"/>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tx1">
              <a:lumMod val="40000"/>
              <a:lumOff val="6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0" name="Espace réservé du texte 18">
            <a:extLst>
              <a:ext uri="{FF2B5EF4-FFF2-40B4-BE49-F238E27FC236}">
                <a16:creationId xmlns:a16="http://schemas.microsoft.com/office/drawing/2014/main" id="{ACF34432-EADF-4231-A67C-63C419DDE817}"/>
              </a:ext>
            </a:extLst>
          </p:cNvPr>
          <p:cNvSpPr>
            <a:spLocks noGrp="1"/>
          </p:cNvSpPr>
          <p:nvPr>
            <p:ph type="body" sz="quarter" idx="16" hasCustomPrompt="1"/>
          </p:nvPr>
        </p:nvSpPr>
        <p:spPr>
          <a:xfrm>
            <a:off x="3523817" y="2344599"/>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2</a:t>
            </a:r>
          </a:p>
        </p:txBody>
      </p:sp>
      <p:sp>
        <p:nvSpPr>
          <p:cNvPr id="41" name="Фигура">
            <a:extLst>
              <a:ext uri="{FF2B5EF4-FFF2-40B4-BE49-F238E27FC236}">
                <a16:creationId xmlns:a16="http://schemas.microsoft.com/office/drawing/2014/main" id="{083060B4-1201-4859-BDB1-B84AE7FC2C39}"/>
              </a:ext>
            </a:extLst>
          </p:cNvPr>
          <p:cNvSpPr/>
          <p:nvPr userDrawn="1"/>
        </p:nvSpPr>
        <p:spPr>
          <a:xfrm>
            <a:off x="4881894" y="2131034"/>
            <a:ext cx="1309183" cy="1072422"/>
          </a:xfrm>
          <a:custGeom>
            <a:avLst/>
            <a:gdLst/>
            <a:ahLst/>
            <a:cxnLst>
              <a:cxn ang="0">
                <a:pos x="wd2" y="hd2"/>
              </a:cxn>
              <a:cxn ang="5400000">
                <a:pos x="wd2" y="hd2"/>
              </a:cxn>
              <a:cxn ang="10800000">
                <a:pos x="wd2" y="hd2"/>
              </a:cxn>
              <a:cxn ang="16200000">
                <a:pos x="wd2" y="hd2"/>
              </a:cxn>
            </a:cxnLst>
            <a:rect l="0" t="0" r="r" b="b"/>
            <a:pathLst>
              <a:path w="21588" h="21582" extrusionOk="0">
                <a:moveTo>
                  <a:pt x="78" y="15526"/>
                </a:moveTo>
                <a:cubicBezTo>
                  <a:pt x="782" y="13515"/>
                  <a:pt x="1531" y="11688"/>
                  <a:pt x="2316" y="10056"/>
                </a:cubicBezTo>
                <a:cubicBezTo>
                  <a:pt x="3050" y="8531"/>
                  <a:pt x="3825" y="7153"/>
                  <a:pt x="4675" y="6312"/>
                </a:cubicBezTo>
                <a:cubicBezTo>
                  <a:pt x="5023" y="5967"/>
                  <a:pt x="5380" y="5717"/>
                  <a:pt x="5742" y="5565"/>
                </a:cubicBezTo>
                <a:cubicBezTo>
                  <a:pt x="5879" y="5532"/>
                  <a:pt x="6015" y="5647"/>
                  <a:pt x="6128" y="5891"/>
                </a:cubicBezTo>
                <a:cubicBezTo>
                  <a:pt x="6254" y="6160"/>
                  <a:pt x="6342" y="6568"/>
                  <a:pt x="6375" y="7031"/>
                </a:cubicBezTo>
                <a:lnTo>
                  <a:pt x="6453" y="8300"/>
                </a:lnTo>
                <a:cubicBezTo>
                  <a:pt x="6485" y="8737"/>
                  <a:pt x="6480" y="9193"/>
                  <a:pt x="6437" y="9621"/>
                </a:cubicBezTo>
                <a:cubicBezTo>
                  <a:pt x="6397" y="10026"/>
                  <a:pt x="6324" y="10393"/>
                  <a:pt x="6227" y="10688"/>
                </a:cubicBezTo>
                <a:lnTo>
                  <a:pt x="4988" y="14376"/>
                </a:lnTo>
                <a:cubicBezTo>
                  <a:pt x="5539" y="13266"/>
                  <a:pt x="6086" y="12143"/>
                  <a:pt x="6631" y="11006"/>
                </a:cubicBezTo>
                <a:cubicBezTo>
                  <a:pt x="7183" y="9856"/>
                  <a:pt x="7731" y="8691"/>
                  <a:pt x="8294" y="7594"/>
                </a:cubicBezTo>
                <a:cubicBezTo>
                  <a:pt x="8840" y="6528"/>
                  <a:pt x="9400" y="5525"/>
                  <a:pt x="9971" y="4590"/>
                </a:cubicBezTo>
                <a:cubicBezTo>
                  <a:pt x="10029" y="4446"/>
                  <a:pt x="10111" y="4435"/>
                  <a:pt x="10173" y="4564"/>
                </a:cubicBezTo>
                <a:cubicBezTo>
                  <a:pt x="10218" y="4656"/>
                  <a:pt x="10246" y="4810"/>
                  <a:pt x="10249" y="4978"/>
                </a:cubicBezTo>
                <a:lnTo>
                  <a:pt x="10345" y="7606"/>
                </a:lnTo>
                <a:cubicBezTo>
                  <a:pt x="10124" y="8282"/>
                  <a:pt x="9892" y="8925"/>
                  <a:pt x="9652" y="9533"/>
                </a:cubicBezTo>
                <a:cubicBezTo>
                  <a:pt x="9400" y="10170"/>
                  <a:pt x="9137" y="10767"/>
                  <a:pt x="8886" y="11405"/>
                </a:cubicBezTo>
                <a:cubicBezTo>
                  <a:pt x="8422" y="12583"/>
                  <a:pt x="7996" y="13899"/>
                  <a:pt x="7613" y="15333"/>
                </a:cubicBezTo>
                <a:cubicBezTo>
                  <a:pt x="8312" y="14028"/>
                  <a:pt x="9012" y="12725"/>
                  <a:pt x="9711" y="11424"/>
                </a:cubicBezTo>
                <a:cubicBezTo>
                  <a:pt x="10325" y="10283"/>
                  <a:pt x="10939" y="9143"/>
                  <a:pt x="11542" y="7946"/>
                </a:cubicBezTo>
                <a:cubicBezTo>
                  <a:pt x="11943" y="7150"/>
                  <a:pt x="12339" y="6330"/>
                  <a:pt x="12735" y="5512"/>
                </a:cubicBezTo>
                <a:cubicBezTo>
                  <a:pt x="13021" y="4921"/>
                  <a:pt x="13307" y="4333"/>
                  <a:pt x="13593" y="3745"/>
                </a:cubicBezTo>
                <a:cubicBezTo>
                  <a:pt x="13639" y="3715"/>
                  <a:pt x="13687" y="3725"/>
                  <a:pt x="13731" y="3774"/>
                </a:cubicBezTo>
                <a:cubicBezTo>
                  <a:pt x="13770" y="3817"/>
                  <a:pt x="13805" y="3890"/>
                  <a:pt x="13833" y="3986"/>
                </a:cubicBezTo>
                <a:lnTo>
                  <a:pt x="13865" y="6399"/>
                </a:lnTo>
                <a:lnTo>
                  <a:pt x="16261" y="2072"/>
                </a:lnTo>
                <a:cubicBezTo>
                  <a:pt x="16363" y="2555"/>
                  <a:pt x="16438" y="3090"/>
                  <a:pt x="16483" y="3652"/>
                </a:cubicBezTo>
                <a:cubicBezTo>
                  <a:pt x="16524" y="4178"/>
                  <a:pt x="16538" y="4722"/>
                  <a:pt x="16525" y="5262"/>
                </a:cubicBezTo>
                <a:lnTo>
                  <a:pt x="18374" y="2049"/>
                </a:lnTo>
                <a:cubicBezTo>
                  <a:pt x="18435" y="2156"/>
                  <a:pt x="18489" y="2297"/>
                  <a:pt x="18534" y="2466"/>
                </a:cubicBezTo>
                <a:cubicBezTo>
                  <a:pt x="18577" y="2631"/>
                  <a:pt x="18611" y="2819"/>
                  <a:pt x="18632" y="3021"/>
                </a:cubicBezTo>
                <a:lnTo>
                  <a:pt x="19446" y="1189"/>
                </a:lnTo>
                <a:cubicBezTo>
                  <a:pt x="19465" y="1152"/>
                  <a:pt x="19488" y="1135"/>
                  <a:pt x="19510" y="1139"/>
                </a:cubicBezTo>
                <a:cubicBezTo>
                  <a:pt x="19542" y="1144"/>
                  <a:pt x="19572" y="1191"/>
                  <a:pt x="19592" y="1267"/>
                </a:cubicBezTo>
                <a:lnTo>
                  <a:pt x="19785" y="2475"/>
                </a:lnTo>
                <a:lnTo>
                  <a:pt x="20730" y="131"/>
                </a:lnTo>
                <a:cubicBezTo>
                  <a:pt x="20770" y="27"/>
                  <a:pt x="20822" y="-18"/>
                  <a:pt x="20874" y="7"/>
                </a:cubicBezTo>
                <a:cubicBezTo>
                  <a:pt x="20935" y="37"/>
                  <a:pt x="20987" y="160"/>
                  <a:pt x="21013" y="335"/>
                </a:cubicBezTo>
                <a:lnTo>
                  <a:pt x="21566" y="5594"/>
                </a:lnTo>
                <a:cubicBezTo>
                  <a:pt x="21585" y="5731"/>
                  <a:pt x="21592" y="5881"/>
                  <a:pt x="21586" y="6030"/>
                </a:cubicBezTo>
                <a:cubicBezTo>
                  <a:pt x="21581" y="6166"/>
                  <a:pt x="21564" y="6296"/>
                  <a:pt x="21539" y="6408"/>
                </a:cubicBezTo>
                <a:lnTo>
                  <a:pt x="17945" y="15765"/>
                </a:lnTo>
                <a:cubicBezTo>
                  <a:pt x="17840" y="16133"/>
                  <a:pt x="17735" y="16504"/>
                  <a:pt x="17631" y="16877"/>
                </a:cubicBezTo>
                <a:cubicBezTo>
                  <a:pt x="17533" y="17231"/>
                  <a:pt x="17436" y="17586"/>
                  <a:pt x="17339" y="17945"/>
                </a:cubicBezTo>
                <a:lnTo>
                  <a:pt x="17123" y="17095"/>
                </a:lnTo>
                <a:cubicBezTo>
                  <a:pt x="17020" y="17289"/>
                  <a:pt x="16920" y="17502"/>
                  <a:pt x="16825" y="17733"/>
                </a:cubicBezTo>
                <a:cubicBezTo>
                  <a:pt x="16730" y="17963"/>
                  <a:pt x="16639" y="18209"/>
                  <a:pt x="16554" y="18472"/>
                </a:cubicBezTo>
                <a:lnTo>
                  <a:pt x="16251" y="17400"/>
                </a:lnTo>
                <a:lnTo>
                  <a:pt x="15845" y="18252"/>
                </a:lnTo>
                <a:lnTo>
                  <a:pt x="15503" y="17091"/>
                </a:lnTo>
                <a:cubicBezTo>
                  <a:pt x="15242" y="17707"/>
                  <a:pt x="14998" y="18391"/>
                  <a:pt x="14774" y="19137"/>
                </a:cubicBezTo>
                <a:cubicBezTo>
                  <a:pt x="14546" y="19895"/>
                  <a:pt x="14340" y="20713"/>
                  <a:pt x="14157" y="21582"/>
                </a:cubicBezTo>
                <a:cubicBezTo>
                  <a:pt x="14026" y="21377"/>
                  <a:pt x="13910" y="21091"/>
                  <a:pt x="13815" y="20742"/>
                </a:cubicBezTo>
                <a:cubicBezTo>
                  <a:pt x="13726" y="20413"/>
                  <a:pt x="13657" y="20035"/>
                  <a:pt x="13613" y="19627"/>
                </a:cubicBezTo>
                <a:lnTo>
                  <a:pt x="13186" y="20931"/>
                </a:lnTo>
                <a:cubicBezTo>
                  <a:pt x="13031" y="20559"/>
                  <a:pt x="12896" y="20117"/>
                  <a:pt x="12783" y="19618"/>
                </a:cubicBezTo>
                <a:cubicBezTo>
                  <a:pt x="12675" y="19136"/>
                  <a:pt x="12590" y="18607"/>
                  <a:pt x="12530" y="18048"/>
                </a:cubicBezTo>
                <a:lnTo>
                  <a:pt x="12902" y="16940"/>
                </a:lnTo>
                <a:cubicBezTo>
                  <a:pt x="12711" y="17254"/>
                  <a:pt x="12526" y="17598"/>
                  <a:pt x="12346" y="17970"/>
                </a:cubicBezTo>
                <a:cubicBezTo>
                  <a:pt x="12161" y="18356"/>
                  <a:pt x="11982" y="18771"/>
                  <a:pt x="11810" y="19215"/>
                </a:cubicBezTo>
                <a:cubicBezTo>
                  <a:pt x="11759" y="19357"/>
                  <a:pt x="11699" y="19452"/>
                  <a:pt x="11635" y="19497"/>
                </a:cubicBezTo>
                <a:cubicBezTo>
                  <a:pt x="11592" y="19528"/>
                  <a:pt x="11545" y="19537"/>
                  <a:pt x="11500" y="19493"/>
                </a:cubicBezTo>
                <a:cubicBezTo>
                  <a:pt x="11446" y="19440"/>
                  <a:pt x="11402" y="19314"/>
                  <a:pt x="11380" y="19148"/>
                </a:cubicBezTo>
                <a:lnTo>
                  <a:pt x="11017" y="16463"/>
                </a:lnTo>
                <a:lnTo>
                  <a:pt x="11131" y="15891"/>
                </a:lnTo>
                <a:cubicBezTo>
                  <a:pt x="10848" y="16564"/>
                  <a:pt x="10561" y="17219"/>
                  <a:pt x="10269" y="17853"/>
                </a:cubicBezTo>
                <a:cubicBezTo>
                  <a:pt x="9997" y="18446"/>
                  <a:pt x="9720" y="19022"/>
                  <a:pt x="9440" y="19580"/>
                </a:cubicBezTo>
                <a:lnTo>
                  <a:pt x="9119" y="17404"/>
                </a:lnTo>
                <a:cubicBezTo>
                  <a:pt x="9089" y="17089"/>
                  <a:pt x="9089" y="16754"/>
                  <a:pt x="9121" y="16441"/>
                </a:cubicBezTo>
                <a:cubicBezTo>
                  <a:pt x="9149" y="16157"/>
                  <a:pt x="9202" y="15903"/>
                  <a:pt x="9273" y="15706"/>
                </a:cubicBezTo>
                <a:lnTo>
                  <a:pt x="9917" y="13857"/>
                </a:lnTo>
                <a:lnTo>
                  <a:pt x="7368" y="18729"/>
                </a:lnTo>
                <a:cubicBezTo>
                  <a:pt x="7308" y="18861"/>
                  <a:pt x="7234" y="18910"/>
                  <a:pt x="7162" y="18863"/>
                </a:cubicBezTo>
                <a:cubicBezTo>
                  <a:pt x="7097" y="18820"/>
                  <a:pt x="7040" y="18702"/>
                  <a:pt x="7001" y="18532"/>
                </a:cubicBezTo>
                <a:cubicBezTo>
                  <a:pt x="6925" y="18196"/>
                  <a:pt x="6860" y="17835"/>
                  <a:pt x="6809" y="17456"/>
                </a:cubicBezTo>
                <a:cubicBezTo>
                  <a:pt x="6757" y="17074"/>
                  <a:pt x="6719" y="16677"/>
                  <a:pt x="6694" y="16269"/>
                </a:cubicBezTo>
                <a:cubicBezTo>
                  <a:pt x="6686" y="16090"/>
                  <a:pt x="6691" y="15907"/>
                  <a:pt x="6709" y="15735"/>
                </a:cubicBezTo>
                <a:cubicBezTo>
                  <a:pt x="6732" y="15515"/>
                  <a:pt x="6774" y="15323"/>
                  <a:pt x="6817" y="15135"/>
                </a:cubicBezTo>
                <a:cubicBezTo>
                  <a:pt x="7019" y="14249"/>
                  <a:pt x="7238" y="13400"/>
                  <a:pt x="7472" y="12594"/>
                </a:cubicBezTo>
                <a:cubicBezTo>
                  <a:pt x="7004" y="13605"/>
                  <a:pt x="6536" y="14619"/>
                  <a:pt x="6070" y="15637"/>
                </a:cubicBezTo>
                <a:cubicBezTo>
                  <a:pt x="5590" y="16682"/>
                  <a:pt x="5109" y="17737"/>
                  <a:pt x="4571" y="18454"/>
                </a:cubicBezTo>
                <a:cubicBezTo>
                  <a:pt x="4394" y="18689"/>
                  <a:pt x="4204" y="18887"/>
                  <a:pt x="4019" y="18732"/>
                </a:cubicBezTo>
                <a:cubicBezTo>
                  <a:pt x="3924" y="18654"/>
                  <a:pt x="3839" y="18485"/>
                  <a:pt x="3772" y="18260"/>
                </a:cubicBezTo>
                <a:cubicBezTo>
                  <a:pt x="3674" y="17928"/>
                  <a:pt x="3620" y="17499"/>
                  <a:pt x="3575" y="17069"/>
                </a:cubicBezTo>
                <a:cubicBezTo>
                  <a:pt x="3530" y="16645"/>
                  <a:pt x="3492" y="16215"/>
                  <a:pt x="3462" y="15779"/>
                </a:cubicBezTo>
                <a:cubicBezTo>
                  <a:pt x="3751" y="14686"/>
                  <a:pt x="4047" y="13611"/>
                  <a:pt x="4350" y="12554"/>
                </a:cubicBezTo>
                <a:cubicBezTo>
                  <a:pt x="4660" y="11474"/>
                  <a:pt x="4976" y="10413"/>
                  <a:pt x="5300" y="9373"/>
                </a:cubicBezTo>
                <a:cubicBezTo>
                  <a:pt x="4908" y="9646"/>
                  <a:pt x="4525" y="10039"/>
                  <a:pt x="4157" y="10548"/>
                </a:cubicBezTo>
                <a:cubicBezTo>
                  <a:pt x="3608" y="11307"/>
                  <a:pt x="3099" y="12312"/>
                  <a:pt x="2609" y="13397"/>
                </a:cubicBezTo>
                <a:cubicBezTo>
                  <a:pt x="1872" y="15030"/>
                  <a:pt x="1177" y="16844"/>
                  <a:pt x="532" y="18823"/>
                </a:cubicBezTo>
                <a:lnTo>
                  <a:pt x="38" y="16360"/>
                </a:lnTo>
                <a:cubicBezTo>
                  <a:pt x="4" y="16217"/>
                  <a:pt x="-8" y="16033"/>
                  <a:pt x="6" y="15860"/>
                </a:cubicBezTo>
                <a:cubicBezTo>
                  <a:pt x="16" y="15726"/>
                  <a:pt x="42" y="15607"/>
                  <a:pt x="78" y="15526"/>
                </a:cubicBezTo>
                <a:close/>
              </a:path>
            </a:pathLst>
          </a:custGeom>
          <a:solidFill>
            <a:schemeClr val="bg2">
              <a:lumMod val="60000"/>
              <a:lumOff val="40000"/>
            </a:schemeClr>
          </a:solidFill>
          <a:ln w="6350">
            <a:noFill/>
            <a:miter lim="400000"/>
          </a:ln>
        </p:spPr>
        <p:txBody>
          <a:bodyPr lIns="28575" tIns="28575" rIns="28575" bIns="28575" anchor="ctr"/>
          <a:lstStyle/>
          <a:p>
            <a:pPr>
              <a:defRPr sz="2200" b="0">
                <a:solidFill>
                  <a:srgbClr val="FFFFFF"/>
                </a:solidFill>
                <a:latin typeface="+mn-lt"/>
                <a:ea typeface="+mn-ea"/>
                <a:cs typeface="+mn-cs"/>
                <a:sym typeface="Helvetica Neue Medium"/>
              </a:defRPr>
            </a:pPr>
            <a:endParaRPr sz="1238"/>
          </a:p>
        </p:txBody>
      </p:sp>
      <p:sp>
        <p:nvSpPr>
          <p:cNvPr id="42" name="Espace réservé du texte 18">
            <a:extLst>
              <a:ext uri="{FF2B5EF4-FFF2-40B4-BE49-F238E27FC236}">
                <a16:creationId xmlns:a16="http://schemas.microsoft.com/office/drawing/2014/main" id="{5FDD0B88-14E5-4119-AC64-BD4C37442529}"/>
              </a:ext>
            </a:extLst>
          </p:cNvPr>
          <p:cNvSpPr>
            <a:spLocks noGrp="1"/>
          </p:cNvSpPr>
          <p:nvPr>
            <p:ph type="body" sz="quarter" idx="17" hasCustomPrompt="1"/>
          </p:nvPr>
        </p:nvSpPr>
        <p:spPr>
          <a:xfrm>
            <a:off x="5037766" y="2343561"/>
            <a:ext cx="1055447" cy="859895"/>
          </a:xfrm>
          <a:prstGeom prst="rect">
            <a:avLst/>
          </a:prstGeom>
        </p:spPr>
        <p:txBody>
          <a:bodyPr/>
          <a:lstStyle>
            <a:lvl1pPr marL="0" indent="0">
              <a:buNone/>
              <a:defRPr baseline="0">
                <a:latin typeface="Roboto Bk" pitchFamily="2" charset="0"/>
                <a:ea typeface="Roboto Bk" pitchFamily="2" charset="0"/>
              </a:defRPr>
            </a:lvl1pPr>
          </a:lstStyle>
          <a:p>
            <a:pPr lvl="0"/>
            <a:r>
              <a:rPr lang="fr-FR" dirty="0"/>
              <a:t>Colonne 3</a:t>
            </a:r>
          </a:p>
        </p:txBody>
      </p:sp>
      <p:sp>
        <p:nvSpPr>
          <p:cNvPr id="4" name="Espace réservé du texte 3">
            <a:extLst>
              <a:ext uri="{FF2B5EF4-FFF2-40B4-BE49-F238E27FC236}">
                <a16:creationId xmlns:a16="http://schemas.microsoft.com/office/drawing/2014/main" id="{C28AFB44-36E0-4EE3-9F7F-BA8D1FDBCECF}"/>
              </a:ext>
            </a:extLst>
          </p:cNvPr>
          <p:cNvSpPr>
            <a:spLocks noGrp="1"/>
          </p:cNvSpPr>
          <p:nvPr>
            <p:ph type="body" sz="quarter" idx="18"/>
          </p:nvPr>
        </p:nvSpPr>
        <p:spPr>
          <a:xfrm>
            <a:off x="317004" y="3662011"/>
            <a:ext cx="1287661" cy="5260269"/>
          </a:xfrm>
          <a:prstGeom prst="rect">
            <a:avLst/>
          </a:prstGeom>
        </p:spPr>
        <p:txBody>
          <a:bodyPr/>
          <a:lstStyle>
            <a:lvl1pPr marL="0" indent="0">
              <a:buNone/>
              <a:defRPr sz="1125">
                <a:latin typeface="Roboto Lt" pitchFamily="2" charset="0"/>
                <a:ea typeface="Roboto Lt" pitchFamily="2" charset="0"/>
              </a:defRPr>
            </a:lvl1pPr>
          </a:lstStyle>
          <a:p>
            <a:pPr lvl="0"/>
            <a:r>
              <a:rPr lang="fr-FR" dirty="0"/>
              <a:t>Cliquez pour modifier les styles du texte du masque</a:t>
            </a:r>
          </a:p>
        </p:txBody>
      </p:sp>
      <p:sp>
        <p:nvSpPr>
          <p:cNvPr id="43" name="Espace réservé du texte 7">
            <a:extLst>
              <a:ext uri="{FF2B5EF4-FFF2-40B4-BE49-F238E27FC236}">
                <a16:creationId xmlns:a16="http://schemas.microsoft.com/office/drawing/2014/main" id="{1ADAE3A7-C72F-4F8E-9F32-C72EDA428926}"/>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
        <p:nvSpPr>
          <p:cNvPr id="45" name="Espace réservé du texte 4">
            <a:extLst>
              <a:ext uri="{FF2B5EF4-FFF2-40B4-BE49-F238E27FC236}">
                <a16:creationId xmlns:a16="http://schemas.microsoft.com/office/drawing/2014/main" id="{EF4ACE8E-8496-4E67-A728-D8B96FF0DE99}"/>
              </a:ext>
            </a:extLst>
          </p:cNvPr>
          <p:cNvSpPr>
            <a:spLocks noGrp="1"/>
          </p:cNvSpPr>
          <p:nvPr>
            <p:ph type="body" sz="quarter" idx="20" hasCustomPrompt="1"/>
          </p:nvPr>
        </p:nvSpPr>
        <p:spPr>
          <a:xfrm>
            <a:off x="1869487" y="3662011"/>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6" name="Espace réservé du texte 4">
            <a:extLst>
              <a:ext uri="{FF2B5EF4-FFF2-40B4-BE49-F238E27FC236}">
                <a16:creationId xmlns:a16="http://schemas.microsoft.com/office/drawing/2014/main" id="{31A22EB4-FD99-461A-8AC6-48F93A68CD90}"/>
              </a:ext>
            </a:extLst>
          </p:cNvPr>
          <p:cNvSpPr>
            <a:spLocks noGrp="1"/>
          </p:cNvSpPr>
          <p:nvPr>
            <p:ph type="body" sz="quarter" idx="21" hasCustomPrompt="1"/>
          </p:nvPr>
        </p:nvSpPr>
        <p:spPr>
          <a:xfrm>
            <a:off x="1869487" y="503694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7" name="Espace réservé du texte 4">
            <a:extLst>
              <a:ext uri="{FF2B5EF4-FFF2-40B4-BE49-F238E27FC236}">
                <a16:creationId xmlns:a16="http://schemas.microsoft.com/office/drawing/2014/main" id="{B8B6515E-FCDA-4C31-AFE7-C1CC4C9BDF57}"/>
              </a:ext>
            </a:extLst>
          </p:cNvPr>
          <p:cNvSpPr>
            <a:spLocks noGrp="1"/>
          </p:cNvSpPr>
          <p:nvPr>
            <p:ph type="body" sz="quarter" idx="22" hasCustomPrompt="1"/>
          </p:nvPr>
        </p:nvSpPr>
        <p:spPr>
          <a:xfrm>
            <a:off x="1869487" y="6364087"/>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8" name="Espace réservé du texte 4">
            <a:extLst>
              <a:ext uri="{FF2B5EF4-FFF2-40B4-BE49-F238E27FC236}">
                <a16:creationId xmlns:a16="http://schemas.microsoft.com/office/drawing/2014/main" id="{905F772D-C7A6-4F5F-80CC-8F273681635E}"/>
              </a:ext>
            </a:extLst>
          </p:cNvPr>
          <p:cNvSpPr>
            <a:spLocks noGrp="1"/>
          </p:cNvSpPr>
          <p:nvPr>
            <p:ph type="body" sz="quarter" idx="23" hasCustomPrompt="1"/>
          </p:nvPr>
        </p:nvSpPr>
        <p:spPr>
          <a:xfrm>
            <a:off x="1869487" y="773925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49" name="Espace réservé du texte 4">
            <a:extLst>
              <a:ext uri="{FF2B5EF4-FFF2-40B4-BE49-F238E27FC236}">
                <a16:creationId xmlns:a16="http://schemas.microsoft.com/office/drawing/2014/main" id="{F3BA3F88-D803-4399-9E10-680EF4C6245E}"/>
              </a:ext>
            </a:extLst>
          </p:cNvPr>
          <p:cNvSpPr>
            <a:spLocks noGrp="1"/>
          </p:cNvSpPr>
          <p:nvPr>
            <p:ph type="body" sz="quarter" idx="24" hasCustomPrompt="1"/>
          </p:nvPr>
        </p:nvSpPr>
        <p:spPr>
          <a:xfrm>
            <a:off x="3384643"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0" name="Espace réservé du texte 4">
            <a:extLst>
              <a:ext uri="{FF2B5EF4-FFF2-40B4-BE49-F238E27FC236}">
                <a16:creationId xmlns:a16="http://schemas.microsoft.com/office/drawing/2014/main" id="{D1867DAC-F45B-4704-8E95-9544D81ACD3C}"/>
              </a:ext>
            </a:extLst>
          </p:cNvPr>
          <p:cNvSpPr>
            <a:spLocks noGrp="1"/>
          </p:cNvSpPr>
          <p:nvPr>
            <p:ph type="body" sz="quarter" idx="25" hasCustomPrompt="1"/>
          </p:nvPr>
        </p:nvSpPr>
        <p:spPr>
          <a:xfrm>
            <a:off x="3384643"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1" name="Espace réservé du texte 4">
            <a:extLst>
              <a:ext uri="{FF2B5EF4-FFF2-40B4-BE49-F238E27FC236}">
                <a16:creationId xmlns:a16="http://schemas.microsoft.com/office/drawing/2014/main" id="{7FFF5292-C1AB-4349-A21B-24F926018F3D}"/>
              </a:ext>
            </a:extLst>
          </p:cNvPr>
          <p:cNvSpPr>
            <a:spLocks noGrp="1"/>
          </p:cNvSpPr>
          <p:nvPr>
            <p:ph type="body" sz="quarter" idx="26" hasCustomPrompt="1"/>
          </p:nvPr>
        </p:nvSpPr>
        <p:spPr>
          <a:xfrm>
            <a:off x="3384643"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2" name="Espace réservé du texte 4">
            <a:extLst>
              <a:ext uri="{FF2B5EF4-FFF2-40B4-BE49-F238E27FC236}">
                <a16:creationId xmlns:a16="http://schemas.microsoft.com/office/drawing/2014/main" id="{862F7F19-27F4-482B-8BB7-5EF607B6C705}"/>
              </a:ext>
            </a:extLst>
          </p:cNvPr>
          <p:cNvSpPr>
            <a:spLocks noGrp="1"/>
          </p:cNvSpPr>
          <p:nvPr>
            <p:ph type="body" sz="quarter" idx="27" hasCustomPrompt="1"/>
          </p:nvPr>
        </p:nvSpPr>
        <p:spPr>
          <a:xfrm>
            <a:off x="3384643"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3" name="Espace réservé du texte 4">
            <a:extLst>
              <a:ext uri="{FF2B5EF4-FFF2-40B4-BE49-F238E27FC236}">
                <a16:creationId xmlns:a16="http://schemas.microsoft.com/office/drawing/2014/main" id="{DEB8F929-DD1A-49A6-AD2E-A0192390F7FF}"/>
              </a:ext>
            </a:extLst>
          </p:cNvPr>
          <p:cNvSpPr>
            <a:spLocks noGrp="1"/>
          </p:cNvSpPr>
          <p:nvPr>
            <p:ph type="body" sz="quarter" idx="28" hasCustomPrompt="1"/>
          </p:nvPr>
        </p:nvSpPr>
        <p:spPr>
          <a:xfrm>
            <a:off x="4891246" y="3662010"/>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4" name="Espace réservé du texte 4">
            <a:extLst>
              <a:ext uri="{FF2B5EF4-FFF2-40B4-BE49-F238E27FC236}">
                <a16:creationId xmlns:a16="http://schemas.microsoft.com/office/drawing/2014/main" id="{C2F3A64C-A679-4F8C-A470-6311137DBEAE}"/>
              </a:ext>
            </a:extLst>
          </p:cNvPr>
          <p:cNvSpPr>
            <a:spLocks noGrp="1"/>
          </p:cNvSpPr>
          <p:nvPr>
            <p:ph type="body" sz="quarter" idx="29" hasCustomPrompt="1"/>
          </p:nvPr>
        </p:nvSpPr>
        <p:spPr>
          <a:xfrm>
            <a:off x="4891246" y="503694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5" name="Espace réservé du texte 4">
            <a:extLst>
              <a:ext uri="{FF2B5EF4-FFF2-40B4-BE49-F238E27FC236}">
                <a16:creationId xmlns:a16="http://schemas.microsoft.com/office/drawing/2014/main" id="{CA4A41A2-3729-4620-81D2-FBC589E5408F}"/>
              </a:ext>
            </a:extLst>
          </p:cNvPr>
          <p:cNvSpPr>
            <a:spLocks noGrp="1"/>
          </p:cNvSpPr>
          <p:nvPr>
            <p:ph type="body" sz="quarter" idx="30" hasCustomPrompt="1"/>
          </p:nvPr>
        </p:nvSpPr>
        <p:spPr>
          <a:xfrm>
            <a:off x="4891246" y="6364086"/>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6" name="Espace réservé du texte 4">
            <a:extLst>
              <a:ext uri="{FF2B5EF4-FFF2-40B4-BE49-F238E27FC236}">
                <a16:creationId xmlns:a16="http://schemas.microsoft.com/office/drawing/2014/main" id="{BD87E174-805C-4657-9D6D-8859B339BFE9}"/>
              </a:ext>
            </a:extLst>
          </p:cNvPr>
          <p:cNvSpPr>
            <a:spLocks noGrp="1"/>
          </p:cNvSpPr>
          <p:nvPr>
            <p:ph type="body" sz="quarter" idx="31" hasCustomPrompt="1"/>
          </p:nvPr>
        </p:nvSpPr>
        <p:spPr>
          <a:xfrm>
            <a:off x="4891246" y="7739254"/>
            <a:ext cx="1321594" cy="804696"/>
          </a:xfrm>
          <a:prstGeom prst="rect">
            <a:avLst/>
          </a:prstGeom>
        </p:spPr>
        <p:txBody>
          <a:bodyPr/>
          <a:lstStyle>
            <a:lvl1pPr marL="0" indent="0" algn="ctr">
              <a:buNone/>
              <a:defRPr sz="1575">
                <a:solidFill>
                  <a:schemeClr val="bg1"/>
                </a:solidFill>
                <a:latin typeface="Roboto Bk" pitchFamily="2" charset="0"/>
                <a:ea typeface="Roboto Bk" pitchFamily="2" charset="0"/>
              </a:defRPr>
            </a:lvl1pPr>
          </a:lstStyle>
          <a:p>
            <a:pPr lvl="0"/>
            <a:r>
              <a:rPr lang="fr-FR" dirty="0"/>
              <a:t>00 – titre </a:t>
            </a:r>
          </a:p>
        </p:txBody>
      </p:sp>
      <p:sp>
        <p:nvSpPr>
          <p:cNvPr id="57" name="Espace réservé du texte 4">
            <a:extLst>
              <a:ext uri="{FF2B5EF4-FFF2-40B4-BE49-F238E27FC236}">
                <a16:creationId xmlns:a16="http://schemas.microsoft.com/office/drawing/2014/main" id="{44D086F4-41B1-4E23-96E5-5BB147114850}"/>
              </a:ext>
            </a:extLst>
          </p:cNvPr>
          <p:cNvSpPr>
            <a:spLocks noGrp="1"/>
          </p:cNvSpPr>
          <p:nvPr>
            <p:ph type="body" sz="quarter" idx="19" hasCustomPrompt="1"/>
          </p:nvPr>
        </p:nvSpPr>
        <p:spPr>
          <a:xfrm>
            <a:off x="369689" y="2212800"/>
            <a:ext cx="1154609" cy="621417"/>
          </a:xfrm>
          <a:prstGeom prst="rect">
            <a:avLst/>
          </a:prstGeom>
        </p:spPr>
        <p:txBody>
          <a:bodyPr/>
          <a:lstStyle>
            <a:lvl1pPr marL="0" indent="0" algn="ctr">
              <a:buNone/>
              <a:defRPr>
                <a:solidFill>
                  <a:schemeClr val="bg1"/>
                </a:solidFill>
                <a:latin typeface="Roboto Bk" pitchFamily="2" charset="0"/>
                <a:ea typeface="Roboto Bk" pitchFamily="2" charset="0"/>
              </a:defRPr>
            </a:lvl1pPr>
          </a:lstStyle>
          <a:p>
            <a:pPr lvl="0"/>
            <a:r>
              <a:rPr lang="fr-FR" dirty="0"/>
              <a:t>Titre</a:t>
            </a:r>
          </a:p>
        </p:txBody>
      </p:sp>
    </p:spTree>
    <p:extLst>
      <p:ext uri="{BB962C8B-B14F-4D97-AF65-F5344CB8AC3E}">
        <p14:creationId xmlns:p14="http://schemas.microsoft.com/office/powerpoint/2010/main" val="412188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 calcmode="lin" valueType="num">
                                      <p:cBhvr additive="base">
                                        <p:cTn id="7" dur="500" fill="hold"/>
                                        <p:tgtEl>
                                          <p:spTgt spid="5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xEl>
                                              <p:pRg st="0" end="0"/>
                                            </p:txEl>
                                          </p:spTgt>
                                        </p:tgtEl>
                                        <p:attrNameLst>
                                          <p:attrName>style.visibility</p:attrName>
                                        </p:attrNameLst>
                                      </p:cBhvr>
                                      <p:to>
                                        <p:strVal val="visible"/>
                                      </p:to>
                                    </p:set>
                                    <p:animEffect transition="in" filter="wipe(left)">
                                      <p:cBhvr>
                                        <p:cTn id="23" dur="500"/>
                                        <p:tgtEl>
                                          <p:spTgt spid="38">
                                            <p:txEl>
                                              <p:pRg st="0" end="0"/>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
                                            <p:txEl>
                                              <p:pRg st="0" end="0"/>
                                            </p:txEl>
                                          </p:spTgt>
                                        </p:tgtEl>
                                        <p:attrNameLst>
                                          <p:attrName>style.visibility</p:attrName>
                                        </p:attrNameLst>
                                      </p:cBhvr>
                                      <p:to>
                                        <p:strVal val="visible"/>
                                      </p:to>
                                    </p:set>
                                    <p:anim calcmode="lin" valueType="num">
                                      <p:cBhvr additive="base">
                                        <p:cTn id="31" dur="500" fill="hold"/>
                                        <p:tgtEl>
                                          <p:spTgt spid="4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 calcmode="lin" valueType="num">
                                      <p:cBhvr additive="base">
                                        <p:cTn id="3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6">
                                            <p:txEl>
                                              <p:pRg st="0" end="0"/>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xEl>
                                              <p:pRg st="0" end="0"/>
                                            </p:txEl>
                                          </p:spTgt>
                                        </p:tgtEl>
                                        <p:attrNameLst>
                                          <p:attrName>style.visibility</p:attrName>
                                        </p:attrNameLst>
                                      </p:cBhvr>
                                      <p:to>
                                        <p:strVal val="visible"/>
                                      </p:to>
                                    </p:set>
                                    <p:anim calcmode="lin" valueType="num">
                                      <p:cBhvr additive="base">
                                        <p:cTn id="39" dur="500" fill="hold"/>
                                        <p:tgtEl>
                                          <p:spTgt spid="47">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0">
                                            <p:txEl>
                                              <p:pRg st="0" end="0"/>
                                            </p:txEl>
                                          </p:spTgt>
                                        </p:tgtEl>
                                        <p:attrNameLst>
                                          <p:attrName>style.visibility</p:attrName>
                                        </p:attrNameLst>
                                      </p:cBhvr>
                                      <p:to>
                                        <p:strVal val="visible"/>
                                      </p:to>
                                    </p:set>
                                    <p:animEffect transition="in" filter="wipe(left)">
                                      <p:cBhvr>
                                        <p:cTn id="53" dur="500"/>
                                        <p:tgtEl>
                                          <p:spTgt spid="40">
                                            <p:txEl>
                                              <p:pRg st="0" end="0"/>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wipe(left)">
                                      <p:cBhvr>
                                        <p:cTn id="56" dur="5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9">
                                            <p:txEl>
                                              <p:pRg st="0" end="0"/>
                                            </p:txEl>
                                          </p:spTgt>
                                        </p:tgtEl>
                                        <p:attrNameLst>
                                          <p:attrName>style.visibility</p:attrName>
                                        </p:attrNameLst>
                                      </p:cBhvr>
                                      <p:to>
                                        <p:strVal val="visible"/>
                                      </p:to>
                                    </p:set>
                                    <p:anim calcmode="lin" valueType="num">
                                      <p:cBhvr additive="base">
                                        <p:cTn id="61"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
                                            <p:txEl>
                                              <p:pRg st="0" end="0"/>
                                            </p:txEl>
                                          </p:spTgt>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0">
                                            <p:txEl>
                                              <p:pRg st="0" end="0"/>
                                            </p:txEl>
                                          </p:spTgt>
                                        </p:tgtEl>
                                        <p:attrNameLst>
                                          <p:attrName>style.visibility</p:attrName>
                                        </p:attrNameLst>
                                      </p:cBhvr>
                                      <p:to>
                                        <p:strVal val="visible"/>
                                      </p:to>
                                    </p:set>
                                    <p:anim calcmode="lin" valueType="num">
                                      <p:cBhvr additive="base">
                                        <p:cTn id="65"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51">
                                            <p:txEl>
                                              <p:pRg st="0" end="0"/>
                                            </p:txEl>
                                          </p:spTgt>
                                        </p:tgtEl>
                                        <p:attrNameLst>
                                          <p:attrName>style.visibility</p:attrName>
                                        </p:attrNameLst>
                                      </p:cBhvr>
                                      <p:to>
                                        <p:strVal val="visible"/>
                                      </p:to>
                                    </p:set>
                                    <p:anim calcmode="lin" valueType="num">
                                      <p:cBhvr additive="base">
                                        <p:cTn id="69"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51">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52">
                                            <p:txEl>
                                              <p:pRg st="0" end="0"/>
                                            </p:txEl>
                                          </p:spTgt>
                                        </p:tgtEl>
                                        <p:attrNameLst>
                                          <p:attrName>style.visibility</p:attrName>
                                        </p:attrNameLst>
                                      </p:cBhvr>
                                      <p:to>
                                        <p:strVal val="visible"/>
                                      </p:to>
                                    </p:set>
                                    <p:anim calcmode="lin" valueType="num">
                                      <p:cBhvr additive="base">
                                        <p:cTn id="77" dur="500" fill="hold"/>
                                        <p:tgtEl>
                                          <p:spTgt spid="52">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wipe(left)">
                                      <p:cBhvr>
                                        <p:cTn id="83" dur="500"/>
                                        <p:tgtEl>
                                          <p:spTgt spid="42">
                                            <p:txEl>
                                              <p:pRg st="0" end="0"/>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wipe(left)">
                                      <p:cBhvr>
                                        <p:cTn id="86" dur="500"/>
                                        <p:tgtEl>
                                          <p:spTgt spid="41"/>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3">
                                            <p:txEl>
                                              <p:pRg st="0" end="0"/>
                                            </p:txEl>
                                          </p:spTgt>
                                        </p:tgtEl>
                                        <p:attrNameLst>
                                          <p:attrName>style.visibility</p:attrName>
                                        </p:attrNameLst>
                                      </p:cBhvr>
                                      <p:to>
                                        <p:strVal val="visible"/>
                                      </p:to>
                                    </p:set>
                                    <p:anim calcmode="lin" valueType="num">
                                      <p:cBhvr additive="base">
                                        <p:cTn id="91"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4">
                                            <p:txEl>
                                              <p:pRg st="0" end="0"/>
                                            </p:txEl>
                                          </p:spTgt>
                                        </p:tgtEl>
                                        <p:attrNameLst>
                                          <p:attrName>style.visibility</p:attrName>
                                        </p:attrNameLst>
                                      </p:cBhvr>
                                      <p:to>
                                        <p:strVal val="visible"/>
                                      </p:to>
                                    </p:set>
                                    <p:anim calcmode="lin" valueType="num">
                                      <p:cBhvr additive="base">
                                        <p:cTn id="95"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4">
                                            <p:txEl>
                                              <p:pRg st="0" end="0"/>
                                            </p:txEl>
                                          </p:spTgt>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5">
                                            <p:txEl>
                                              <p:pRg st="0" end="0"/>
                                            </p:txEl>
                                          </p:spTgt>
                                        </p:tgtEl>
                                        <p:attrNameLst>
                                          <p:attrName>style.visibility</p:attrName>
                                        </p:attrNameLst>
                                      </p:cBhvr>
                                      <p:to>
                                        <p:strVal val="visible"/>
                                      </p:to>
                                    </p:set>
                                    <p:anim calcmode="lin" valueType="num">
                                      <p:cBhvr additive="base">
                                        <p:cTn id="99"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5">
                                            <p:txEl>
                                              <p:pRg st="0" end="0"/>
                                            </p:tx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56">
                                            <p:txEl>
                                              <p:pRg st="0" end="0"/>
                                            </p:txEl>
                                          </p:spTgt>
                                        </p:tgtEl>
                                        <p:attrNameLst>
                                          <p:attrName>style.visibility</p:attrName>
                                        </p:attrNameLst>
                                      </p:cBhvr>
                                      <p:to>
                                        <p:strVal val="visible"/>
                                      </p:to>
                                    </p:set>
                                    <p:anim calcmode="lin" valueType="num">
                                      <p:cBhvr additive="base">
                                        <p:cTn id="103"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6">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500" fill="hold"/>
                                        <p:tgtEl>
                                          <p:spTgt spid="21"/>
                                        </p:tgtEl>
                                        <p:attrNameLst>
                                          <p:attrName>ppt_x</p:attrName>
                                        </p:attrNameLst>
                                      </p:cBhvr>
                                      <p:tavLst>
                                        <p:tav tm="0">
                                          <p:val>
                                            <p:strVal val="#ppt_x"/>
                                          </p:val>
                                        </p:tav>
                                        <p:tav tm="100000">
                                          <p:val>
                                            <p:strVal val="#ppt_x"/>
                                          </p:val>
                                        </p:tav>
                                      </p:tavLst>
                                    </p:anim>
                                    <p:anim calcmode="lin" valueType="num">
                                      <p:cBhvr additive="base">
                                        <p:cTn id="10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20" grpId="0" animBg="1"/>
      <p:bldP spid="21" grpId="0" animBg="1"/>
      <p:bldP spid="37" grpId="0" animBg="1"/>
      <p:bldP spid="38" grpId="0" build="p">
        <p:tmplLst>
          <p:tmpl lvl="1">
            <p:tnLst>
              <p:par>
                <p:cTn presetID="22" presetClass="entr" presetSubtype="8" fill="hold" nodeType="click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wipe(left)">
                      <p:cBhvr>
                        <p:cTn dur="500"/>
                        <p:tgtEl>
                          <p:spTgt spid="38"/>
                        </p:tgtEl>
                      </p:cBhvr>
                    </p:animEffect>
                  </p:childTnLst>
                </p:cTn>
              </p:par>
            </p:tnLst>
          </p:tmpl>
        </p:tmplLst>
      </p:bldP>
      <p:bldP spid="39" grpId="0" animBg="1"/>
      <p:bldP spid="40" grpId="0" build="p">
        <p:tmplLst>
          <p:tmpl lvl="1">
            <p:tnLst>
              <p:par>
                <p:cTn presetID="22" presetClass="entr" presetSubtype="8" fill="hold" nodeType="click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2" presetClass="entr" presetSubtype="8" fill="hold" nodeType="click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 grpId="0" build="p">
        <p:tmplLst>
          <p:tmpl lvl="1">
            <p:tnLst>
              <p:par>
                <p:cTn presetID="2" presetClass="entr" presetSubtype="8"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0-#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4" fill="hold" nodeType="click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ppt_x"/>
                          </p:val>
                        </p:tav>
                        <p:tav tm="100000">
                          <p:val>
                            <p:strVal val="#ppt_x"/>
                          </p:val>
                        </p:tav>
                      </p:tavLst>
                    </p:anim>
                    <p:anim calcmode="lin" valueType="num">
                      <p:cBhvr additive="base">
                        <p:cTn dur="500" fill="hold"/>
                        <p:tgtEl>
                          <p:spTgt spid="45"/>
                        </p:tgtEl>
                        <p:attrNameLst>
                          <p:attrName>ppt_y</p:attrName>
                        </p:attrNameLst>
                      </p:cBhvr>
                      <p:tavLst>
                        <p:tav tm="0">
                          <p:val>
                            <p:strVal val="1+#ppt_h/2"/>
                          </p:val>
                        </p:tav>
                        <p:tav tm="100000">
                          <p:val>
                            <p:strVal val="#ppt_y"/>
                          </p:val>
                        </p:tav>
                      </p:tavLst>
                    </p:anim>
                  </p:childTnLst>
                </p:cTn>
              </p:par>
            </p:tnLst>
          </p:tmpl>
        </p:tmplLst>
      </p:bldP>
      <p:bldP spid="46" grpId="0" build="p">
        <p:tmplLst>
          <p:tmpl lvl="1">
            <p:tnLst>
              <p:par>
                <p:cTn presetID="2" presetClass="entr" presetSubtype="4" fill="hold" nodeType="with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ppt_x"/>
                          </p:val>
                        </p:tav>
                        <p:tav tm="100000">
                          <p:val>
                            <p:strVal val="#ppt_x"/>
                          </p:val>
                        </p:tav>
                      </p:tavLst>
                    </p:anim>
                    <p:anim calcmode="lin" valueType="num">
                      <p:cBhvr additive="base">
                        <p:cTn dur="500" fill="hold"/>
                        <p:tgtEl>
                          <p:spTgt spid="46"/>
                        </p:tgtEl>
                        <p:attrNameLst>
                          <p:attrName>ppt_y</p:attrName>
                        </p:attrNameLst>
                      </p:cBhvr>
                      <p:tavLst>
                        <p:tav tm="0">
                          <p:val>
                            <p:strVal val="1+#ppt_h/2"/>
                          </p:val>
                        </p:tav>
                        <p:tav tm="100000">
                          <p:val>
                            <p:strVal val="#ppt_y"/>
                          </p:val>
                        </p:tav>
                      </p:tavLst>
                    </p:anim>
                  </p:childTnLst>
                </p:cTn>
              </p:par>
            </p:tnLst>
          </p:tmpl>
        </p:tmplLst>
      </p:bldP>
      <p:bldP spid="47" grpId="0" build="p">
        <p:tmplLst>
          <p:tmpl lvl="1">
            <p:tnLst>
              <p:par>
                <p:cTn presetID="2" presetClass="entr" presetSubtype="4"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ppt_x"/>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4"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4" fill="hold" nodeType="click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ppt_x"/>
                          </p:val>
                        </p:tav>
                        <p:tav tm="100000">
                          <p:val>
                            <p:strVal val="#ppt_x"/>
                          </p:val>
                        </p:tav>
                      </p:tavLst>
                    </p:anim>
                    <p:anim calcmode="lin" valueType="num">
                      <p:cBhvr additive="base">
                        <p:cTn dur="500" fill="hold"/>
                        <p:tgtEl>
                          <p:spTgt spid="49"/>
                        </p:tgtEl>
                        <p:attrNameLst>
                          <p:attrName>ppt_y</p:attrName>
                        </p:attrNameLst>
                      </p:cBhvr>
                      <p:tavLst>
                        <p:tav tm="0">
                          <p:val>
                            <p:strVal val="1+#ppt_h/2"/>
                          </p:val>
                        </p:tav>
                        <p:tav tm="100000">
                          <p:val>
                            <p:strVal val="#ppt_y"/>
                          </p:val>
                        </p:tav>
                      </p:tavLst>
                    </p:anim>
                  </p:childTnLst>
                </p:cTn>
              </p:par>
            </p:tnLst>
          </p:tmpl>
        </p:tmplLst>
      </p:bldP>
      <p:bldP spid="50" grpId="0" build="p">
        <p:tmplLst>
          <p:tmpl lvl="1">
            <p:tnLst>
              <p:par>
                <p:cTn presetID="2" presetClass="entr" presetSubtype="4"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P spid="52" grpId="0" build="p">
        <p:tmplLst>
          <p:tmpl lvl="1">
            <p:tnLst>
              <p:par>
                <p:cTn presetID="2" presetClass="entr" presetSubtype="4" fill="hold" nodeType="withEffect">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ppt_x"/>
                          </p:val>
                        </p:tav>
                        <p:tav tm="100000">
                          <p:val>
                            <p:strVal val="#ppt_x"/>
                          </p:val>
                        </p:tav>
                      </p:tavLst>
                    </p:anim>
                    <p:anim calcmode="lin" valueType="num">
                      <p:cBhvr additive="base">
                        <p:cTn dur="500" fill="hold"/>
                        <p:tgtEl>
                          <p:spTgt spid="52"/>
                        </p:tgtEl>
                        <p:attrNameLst>
                          <p:attrName>ppt_y</p:attrName>
                        </p:attrNameLst>
                      </p:cBhvr>
                      <p:tavLst>
                        <p:tav tm="0">
                          <p:val>
                            <p:strVal val="1+#ppt_h/2"/>
                          </p:val>
                        </p:tav>
                        <p:tav tm="100000">
                          <p:val>
                            <p:strVal val="#ppt_y"/>
                          </p:val>
                        </p:tav>
                      </p:tavLst>
                    </p:anim>
                  </p:childTnLst>
                </p:cTn>
              </p:par>
            </p:tnLst>
          </p:tmpl>
        </p:tmplLst>
      </p:bldP>
      <p:bldP spid="53" grpId="0" build="p">
        <p:tmplLst>
          <p:tmpl lvl="1">
            <p:tnLst>
              <p:par>
                <p:cTn presetID="2" presetClass="entr" presetSubtype="4" fill="hold" nodeType="click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build="p">
        <p:tmplLst>
          <p:tmpl lvl="1">
            <p:tnLst>
              <p:par>
                <p:cTn presetID="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1+#ppt_h/2"/>
                          </p:val>
                        </p:tav>
                        <p:tav tm="100000">
                          <p:val>
                            <p:strVal val="#ppt_y"/>
                          </p:val>
                        </p:tav>
                      </p:tavLst>
                    </p:anim>
                  </p:childTnLst>
                </p:cTn>
              </p:par>
            </p:tnLst>
          </p:tmpl>
        </p:tmplLst>
      </p:bldP>
      <p:bldP spid="55" grpId="0" build="p">
        <p:tmplLst>
          <p:tmpl lvl="1">
            <p:tnLst>
              <p:par>
                <p:cTn presetID="2" presetClass="entr" presetSubtype="4" fill="hold" nodeType="withEffect">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ppt_x"/>
                          </p:val>
                        </p:tav>
                        <p:tav tm="100000">
                          <p:val>
                            <p:strVal val="#ppt_x"/>
                          </p:val>
                        </p:tav>
                      </p:tavLst>
                    </p:anim>
                    <p:anim calcmode="lin" valueType="num">
                      <p:cBhvr additive="base">
                        <p:cTn dur="5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p">
        <p:tmplLst>
          <p:tmpl lvl="1">
            <p:tnLst>
              <p:par>
                <p:cTn presetID="2" presetClass="entr" presetSubtype="4" fill="hold" nodeType="with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ppt_x"/>
                          </p:val>
                        </p:tav>
                        <p:tav tm="100000">
                          <p:val>
                            <p:strVal val="#ppt_x"/>
                          </p:val>
                        </p:tav>
                      </p:tavLst>
                    </p:anim>
                    <p:anim calcmode="lin" valueType="num">
                      <p:cBhvr additive="base">
                        <p:cTn dur="500" fill="hold"/>
                        <p:tgtEl>
                          <p:spTgt spid="56"/>
                        </p:tgtEl>
                        <p:attrNameLst>
                          <p:attrName>ppt_y</p:attrName>
                        </p:attrNameLst>
                      </p:cBhvr>
                      <p:tavLst>
                        <p:tav tm="0">
                          <p:val>
                            <p:strVal val="1+#ppt_h/2"/>
                          </p:val>
                        </p:tav>
                        <p:tav tm="100000">
                          <p:val>
                            <p:strVal val="#ppt_y"/>
                          </p:val>
                        </p:tav>
                      </p:tavLst>
                    </p:anim>
                  </p:childTnLst>
                </p:cTn>
              </p:par>
            </p:tnLst>
          </p:tmpl>
        </p:tmplLst>
      </p:bldP>
      <p:bldP spid="57" grpId="0" build="p">
        <p:tmplLst>
          <p:tmpl lvl="1">
            <p:tnLst>
              <p:par>
                <p:cTn presetID="2" presetClass="entr" presetSubtype="8" fill="hold" nodeType="clickEffect">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0-#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0B0C5F23-DCC4-4424-A72F-67F18D99F2AB}"/>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Tree>
    <p:extLst>
      <p:ext uri="{BB962C8B-B14F-4D97-AF65-F5344CB8AC3E}">
        <p14:creationId xmlns:p14="http://schemas.microsoft.com/office/powerpoint/2010/main" val="258137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animEffect transition="in" filter="fade">
                                      <p:cBhvr>
                                        <p:cTn id="39" dur="1000"/>
                                        <p:tgtEl>
                                          <p:spTgt spid="4">
                                            <p:txEl>
                                              <p:pRg st="1" end="1"/>
                                            </p:txEl>
                                          </p:spTgt>
                                        </p:tgtEl>
                                      </p:cBhvr>
                                    </p:animEffect>
                                    <p:anim calcmode="lin" valueType="num">
                                      <p:cBhvr>
                                        <p:cTn id="4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4">
                                            <p:txEl>
                                              <p:pRg st="2" end="2"/>
                                            </p:txEl>
                                          </p:spTgt>
                                        </p:tgtEl>
                                        <p:attrNameLst>
                                          <p:attrName>style.visibility</p:attrName>
                                        </p:attrNameLst>
                                      </p:cBhvr>
                                      <p:to>
                                        <p:strVal val="visible"/>
                                      </p:to>
                                    </p:set>
                                    <p:animEffect transition="in" filter="fade">
                                      <p:cBhvr>
                                        <p:cTn id="44" dur="1000"/>
                                        <p:tgtEl>
                                          <p:spTgt spid="4">
                                            <p:txEl>
                                              <p:pRg st="2" end="2"/>
                                            </p:txEl>
                                          </p:spTgt>
                                        </p:tgtEl>
                                      </p:cBhvr>
                                    </p:animEffect>
                                    <p:anim calcmode="lin" valueType="num">
                                      <p:cBhvr>
                                        <p:cTn id="4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1000"/>
                                        <p:tgtEl>
                                          <p:spTgt spid="4">
                                            <p:txEl>
                                              <p:pRg st="3" end="3"/>
                                            </p:txEl>
                                          </p:spTgt>
                                        </p:tgtEl>
                                      </p:cBhvr>
                                    </p:animEffect>
                                    <p:anim calcmode="lin" valueType="num">
                                      <p:cBhvr>
                                        <p:cTn id="5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Effect transition="in" filter="fade">
                                      <p:cBhvr>
                                        <p:cTn id="54" dur="1000"/>
                                        <p:tgtEl>
                                          <p:spTgt spid="4">
                                            <p:txEl>
                                              <p:pRg st="4" end="4"/>
                                            </p:txEl>
                                          </p:spTgt>
                                        </p:tgtEl>
                                      </p:cBhvr>
                                    </p:animEffect>
                                    <p:anim calcmode="lin" valueType="num">
                                      <p:cBhvr>
                                        <p:cTn id="5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p:tmplLst>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a:solidFill>
            <a:schemeClr val="tx1">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a:solidFill>
            <a:schemeClr val="tx1">
              <a:lumMod val="20000"/>
              <a:lumOff val="80000"/>
            </a:schemeClr>
          </a:solidFill>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8" name="Espace réservé du texte 7">
            <a:extLst>
              <a:ext uri="{FF2B5EF4-FFF2-40B4-BE49-F238E27FC236}">
                <a16:creationId xmlns:a16="http://schemas.microsoft.com/office/drawing/2014/main" id="{596FE858-7066-48C9-8D21-57DF80DA78AC}"/>
              </a:ext>
            </a:extLst>
          </p:cNvPr>
          <p:cNvSpPr>
            <a:spLocks noGrp="1"/>
          </p:cNvSpPr>
          <p:nvPr>
            <p:ph type="body" sz="quarter" idx="13" hasCustomPrompt="1"/>
          </p:nvPr>
        </p:nvSpPr>
        <p:spPr>
          <a:xfrm>
            <a:off x="98227" y="155929"/>
            <a:ext cx="5751612" cy="1031875"/>
          </a:xfrm>
          <a:prstGeom prst="rect">
            <a:avLst/>
          </a:prstGeom>
        </p:spPr>
        <p:txBody>
          <a:bodyPr anchor="ctr"/>
          <a:lstStyle>
            <a:lvl1pPr marL="0" indent="0">
              <a:buNone/>
              <a:defRPr sz="1800">
                <a:solidFill>
                  <a:schemeClr val="bg1"/>
                </a:solidFill>
                <a:latin typeface="Roboto Cn" pitchFamily="2" charset="0"/>
                <a:ea typeface="Roboto Cn" pitchFamily="2" charset="0"/>
              </a:defRPr>
            </a:lvl1pPr>
          </a:lstStyle>
          <a:p>
            <a:pPr lvl="0"/>
            <a:r>
              <a:rPr lang="fr-FR" dirty="0"/>
              <a:t>Titre – </a:t>
            </a:r>
            <a:r>
              <a:rPr lang="fr-FR" dirty="0" err="1"/>
              <a:t>ifep</a:t>
            </a:r>
            <a:endParaRPr lang="fr-FR" dirty="0"/>
          </a:p>
        </p:txBody>
      </p:sp>
    </p:spTree>
    <p:extLst>
      <p:ext uri="{BB962C8B-B14F-4D97-AF65-F5344CB8AC3E}">
        <p14:creationId xmlns:p14="http://schemas.microsoft.com/office/powerpoint/2010/main" val="44141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bg/>
                                          </p:spTgt>
                                        </p:tgtEl>
                                        <p:attrNameLst>
                                          <p:attrName>style.visibility</p:attrName>
                                        </p:attrNameLst>
                                      </p:cBhvr>
                                      <p:to>
                                        <p:strVal val="visible"/>
                                      </p:to>
                                    </p:set>
                                    <p:animEffect transition="in" filter="fade">
                                      <p:cBhvr>
                                        <p:cTn id="41" dur="1000"/>
                                        <p:tgtEl>
                                          <p:spTgt spid="4">
                                            <p:bg/>
                                          </p:spTgt>
                                        </p:tgtEl>
                                      </p:cBhvr>
                                    </p:animEffect>
                                    <p:anim calcmode="lin" valueType="num">
                                      <p:cBhvr>
                                        <p:cTn id="42" dur="1000" fill="hold"/>
                                        <p:tgtEl>
                                          <p:spTgt spid="4">
                                            <p:bg/>
                                          </p:spTgt>
                                        </p:tgtEl>
                                        <p:attrNameLst>
                                          <p:attrName>ppt_x</p:attrName>
                                        </p:attrNameLst>
                                      </p:cBhvr>
                                      <p:tavLst>
                                        <p:tav tm="0">
                                          <p:val>
                                            <p:strVal val="#ppt_x"/>
                                          </p:val>
                                        </p:tav>
                                        <p:tav tm="100000">
                                          <p:val>
                                            <p:strVal val="#ppt_x"/>
                                          </p:val>
                                        </p:tav>
                                      </p:tavLst>
                                    </p:anim>
                                    <p:anim calcmode="lin" valueType="num">
                                      <p:cBhvr>
                                        <p:cTn id="43"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1000"/>
                                        <p:tgtEl>
                                          <p:spTgt spid="4">
                                            <p:txEl>
                                              <p:pRg st="0" end="0"/>
                                            </p:txEl>
                                          </p:spTgt>
                                        </p:tgtEl>
                                      </p:cBhvr>
                                    </p:animEffect>
                                    <p:anim calcmode="lin" valueType="num">
                                      <p:cBhvr>
                                        <p:cTn id="4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0" end="0"/>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1000"/>
                                        <p:tgtEl>
                                          <p:spTgt spid="4">
                                            <p:txEl>
                                              <p:pRg st="1" end="1"/>
                                            </p:txEl>
                                          </p:spTgt>
                                        </p:tgtEl>
                                      </p:cBhvr>
                                    </p:animEffect>
                                    <p:anim calcmode="lin" valueType="num">
                                      <p:cBhvr>
                                        <p:cTn id="5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1000"/>
                                        <p:tgtEl>
                                          <p:spTgt spid="4">
                                            <p:txEl>
                                              <p:pRg st="2" end="2"/>
                                            </p:txEl>
                                          </p:spTgt>
                                        </p:tgtEl>
                                      </p:cBhvr>
                                    </p:animEffect>
                                    <p:anim calcmode="lin" valueType="num">
                                      <p:cBhvr>
                                        <p:cTn id="5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2" end="2"/>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
                                            <p:txEl>
                                              <p:pRg st="4" end="4"/>
                                            </p:txEl>
                                          </p:spTgt>
                                        </p:tgtEl>
                                        <p:attrNameLst>
                                          <p:attrName>style.visibility</p:attrName>
                                        </p:attrNameLst>
                                      </p:cBhvr>
                                      <p:to>
                                        <p:strVal val="visible"/>
                                      </p:to>
                                    </p:set>
                                    <p:animEffect transition="in" filter="fade">
                                      <p:cBhvr>
                                        <p:cTn id="68" dur="1000"/>
                                        <p:tgtEl>
                                          <p:spTgt spid="4">
                                            <p:txEl>
                                              <p:pRg st="4" end="4"/>
                                            </p:txEl>
                                          </p:spTgt>
                                        </p:tgtEl>
                                      </p:cBhvr>
                                    </p:animEffect>
                                    <p:anim calcmode="lin" valueType="num">
                                      <p:cBhvr>
                                        <p:cTn id="6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4" grpId="0" build="p" animBg="1">
        <p:tmplLst>
          <p:tmpl>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1000"/>
                        <p:tgtEl>
                          <p:spTgt spid="4"/>
                        </p:tgtEl>
                      </p:cBhvr>
                    </p:animEffect>
                    <p:anim calcmode="lin" valueType="num">
                      <p:cBhvr>
                        <p:cTn dur="1000" fill="hold"/>
                        <p:tgtEl>
                          <p:spTgt spid="4"/>
                        </p:tgtEl>
                        <p:attrNameLst>
                          <p:attrName>ppt_x</p:attrName>
                        </p:attrNameLst>
                      </p:cBhvr>
                      <p:tavLst>
                        <p:tav tm="0">
                          <p:val>
                            <p:strVal val="#ppt_x"/>
                          </p:val>
                        </p:tav>
                        <p:tav tm="100000">
                          <p:val>
                            <p:strVal val="#ppt_x"/>
                          </p:val>
                        </p:tav>
                      </p:tavLst>
                    </p:anim>
                    <p:anim calcmode="lin" valueType="num">
                      <p:cBhvr>
                        <p:cTn dur="1000" fill="hold"/>
                        <p:tgtEl>
                          <p:spTgt spid="4"/>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33308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14339359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5705535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0983162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a:t>4/24/2021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31038835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a:t>4/24/2021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374001409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a:t>4/24/2021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133351611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9066595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8674862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128899990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11901690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Diapo Qualiopi">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628D0D85-C962-4939-8287-926CD86E8676}"/>
              </a:ext>
            </a:extLst>
          </p:cNvPr>
          <p:cNvSpPr>
            <a:spLocks noGrp="1"/>
          </p:cNvSpPr>
          <p:nvPr>
            <p:ph type="body" sz="quarter" idx="11" hasCustomPrompt="1"/>
          </p:nvPr>
        </p:nvSpPr>
        <p:spPr>
          <a:xfrm>
            <a:off x="4264429" y="515355"/>
            <a:ext cx="2445501" cy="1441833"/>
          </a:xfrm>
          <a:prstGeom prst="rect">
            <a:avLst/>
          </a:prstGeom>
        </p:spPr>
        <p:txBody>
          <a:bodyPr/>
          <a:lstStyle>
            <a:lvl1pPr marL="0" indent="0">
              <a:buNone/>
              <a:defRPr baseline="0">
                <a:solidFill>
                  <a:schemeClr val="tx1"/>
                </a:solidFill>
                <a:latin typeface="The Bold Font" pitchFamily="2" charset="0"/>
              </a:defRPr>
            </a:lvl1pPr>
          </a:lstStyle>
          <a:p>
            <a:pPr lvl="0"/>
            <a:r>
              <a:rPr lang="fr-FR" dirty="0"/>
              <a:t>Sous-titre</a:t>
            </a:r>
          </a:p>
          <a:p>
            <a:pPr lvl="0"/>
            <a:r>
              <a:rPr lang="fr-FR" dirty="0"/>
              <a:t>Date </a:t>
            </a:r>
          </a:p>
        </p:txBody>
      </p:sp>
      <p:grpSp>
        <p:nvGrpSpPr>
          <p:cNvPr id="2" name="Groupe 1">
            <a:extLst>
              <a:ext uri="{FF2B5EF4-FFF2-40B4-BE49-F238E27FC236}">
                <a16:creationId xmlns:a16="http://schemas.microsoft.com/office/drawing/2014/main" id="{87F7121C-2ED8-46F7-A913-1ECBC7AF260A}"/>
              </a:ext>
            </a:extLst>
          </p:cNvPr>
          <p:cNvGrpSpPr/>
          <p:nvPr userDrawn="1"/>
        </p:nvGrpSpPr>
        <p:grpSpPr>
          <a:xfrm>
            <a:off x="476734" y="4984305"/>
            <a:ext cx="3101575" cy="1440227"/>
            <a:chOff x="1039289" y="3578500"/>
            <a:chExt cx="5513911" cy="189544"/>
          </a:xfrm>
          <a:solidFill>
            <a:srgbClr val="5CBEC1"/>
          </a:solidFill>
        </p:grpSpPr>
        <p:sp>
          <p:nvSpPr>
            <p:cNvPr id="8" name="Rectangle 7">
              <a:extLst>
                <a:ext uri="{FF2B5EF4-FFF2-40B4-BE49-F238E27FC236}">
                  <a16:creationId xmlns:a16="http://schemas.microsoft.com/office/drawing/2014/main" id="{09F38069-402E-4AD6-A4D9-82B72DD02595}"/>
                </a:ext>
              </a:extLst>
            </p:cNvPr>
            <p:cNvSpPr/>
            <p:nvPr userDrawn="1"/>
          </p:nvSpPr>
          <p:spPr bwMode="auto">
            <a:xfrm>
              <a:off x="1039289" y="357850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sp>
          <p:nvSpPr>
            <p:cNvPr id="9" name="Rectangle 8">
              <a:extLst>
                <a:ext uri="{FF2B5EF4-FFF2-40B4-BE49-F238E27FC236}">
                  <a16:creationId xmlns:a16="http://schemas.microsoft.com/office/drawing/2014/main" id="{37DC63D3-3E77-4D5C-B290-4E87E2FC05F3}"/>
                </a:ext>
              </a:extLst>
            </p:cNvPr>
            <p:cNvSpPr/>
            <p:nvPr userDrawn="1"/>
          </p:nvSpPr>
          <p:spPr bwMode="auto">
            <a:xfrm>
              <a:off x="1191689" y="3594920"/>
              <a:ext cx="5361511" cy="173124"/>
            </a:xfrm>
            <a:prstGeom prst="rect">
              <a:avLst/>
            </a:prstGeom>
            <a:grpFill/>
            <a:ln w="44450" cap="flat" cmpd="sng" algn="ctr">
              <a:solidFill>
                <a:schemeClr val="bg1"/>
              </a:solidFill>
              <a:prstDash val="solid"/>
              <a:miter lim="400000"/>
              <a:headEnd type="none" w="med" len="med"/>
              <a:tailEnd type="none" w="med" len="med"/>
            </a:ln>
            <a:effectLst>
              <a:outerShdw blurRad="25400" algn="ctr" rotWithShape="0">
                <a:srgbClr val="000000">
                  <a:alpha val="50000"/>
                </a:srgbClr>
              </a:outerShdw>
            </a:effectLst>
          </p:spPr>
          <p:txBody>
            <a:bodyPr vert="horz" wrap="square" lIns="38100" tIns="38100" rIns="38100" bIns="38100" numCol="1" rtlCol="0" anchor="ctr" anchorCtr="0" compatLnSpc="1">
              <a:prstTxWarp prst="textNoShape">
                <a:avLst/>
              </a:prstTxWarp>
              <a:spAutoFit/>
            </a:bodyPr>
            <a:lstStyle/>
            <a:p>
              <a:pPr marL="0" marR="0" indent="0" algn="l" defTabSz="464344" rtl="0" eaLnBrk="1" fontAlgn="base" latinLnBrk="0" hangingPunct="0">
                <a:lnSpc>
                  <a:spcPct val="100000"/>
                </a:lnSpc>
                <a:spcBef>
                  <a:spcPct val="0"/>
                </a:spcBef>
                <a:spcAft>
                  <a:spcPct val="0"/>
                </a:spcAft>
                <a:buClrTx/>
                <a:buSzTx/>
                <a:buFontTx/>
                <a:buNone/>
                <a:tabLst/>
              </a:pPr>
              <a:endParaRPr kumimoji="0" lang="fr-FR" sz="1125" b="0" i="0" u="none" strike="noStrike" cap="none" normalizeH="0" baseline="0">
                <a:ln>
                  <a:noFill/>
                </a:ln>
                <a:solidFill>
                  <a:srgbClr val="74808C"/>
                </a:solidFill>
                <a:effectLst/>
                <a:latin typeface="Poppins" charset="0"/>
                <a:ea typeface="Poppins" charset="0"/>
                <a:cs typeface="Poppins" charset="0"/>
                <a:sym typeface="Poppins" charset="0"/>
              </a:endParaRPr>
            </a:p>
          </p:txBody>
        </p:sp>
      </p:grpSp>
      <p:sp>
        <p:nvSpPr>
          <p:cNvPr id="11" name="Espace réservé du texte 10">
            <a:extLst>
              <a:ext uri="{FF2B5EF4-FFF2-40B4-BE49-F238E27FC236}">
                <a16:creationId xmlns:a16="http://schemas.microsoft.com/office/drawing/2014/main" id="{17198C53-1D1A-4CE4-98F1-6AC15FE44EE3}"/>
              </a:ext>
            </a:extLst>
          </p:cNvPr>
          <p:cNvSpPr>
            <a:spLocks noGrp="1"/>
          </p:cNvSpPr>
          <p:nvPr>
            <p:ph type="body" sz="quarter" idx="10" hasCustomPrompt="1"/>
          </p:nvPr>
        </p:nvSpPr>
        <p:spPr>
          <a:xfrm>
            <a:off x="585752" y="5288162"/>
            <a:ext cx="2797814" cy="957278"/>
          </a:xfrm>
          <a:prstGeom prst="rect">
            <a:avLst/>
          </a:prstGeom>
        </p:spPr>
        <p:txBody>
          <a:bodyPr/>
          <a:lstStyle>
            <a:lvl1pPr marL="0" indent="0">
              <a:buNone/>
              <a:defRPr sz="2700">
                <a:solidFill>
                  <a:schemeClr val="bg1"/>
                </a:solidFill>
                <a:latin typeface="The Bold Font" pitchFamily="2" charset="0"/>
                <a:ea typeface="Roboto Cn" pitchFamily="2" charset="0"/>
              </a:defRPr>
            </a:lvl1pPr>
            <a:lvl2pPr marL="257175" indent="0">
              <a:buNone/>
              <a:defRPr/>
            </a:lvl2pPr>
            <a:lvl3pPr marL="514350" indent="0">
              <a:buNone/>
              <a:defRPr/>
            </a:lvl3pPr>
            <a:lvl4pPr marL="771525" indent="0">
              <a:buNone/>
              <a:defRPr/>
            </a:lvl4pPr>
            <a:lvl5pPr marL="1028700" indent="0">
              <a:buNone/>
              <a:defRPr/>
            </a:lvl5pPr>
          </a:lstStyle>
          <a:p>
            <a:pPr lvl="0"/>
            <a:r>
              <a:rPr lang="fr-FR" dirty="0"/>
              <a:t>Intercalaire</a:t>
            </a:r>
          </a:p>
          <a:p>
            <a:pPr lvl="0"/>
            <a:r>
              <a:rPr lang="fr-FR" dirty="0"/>
              <a:t>Petite enfance</a:t>
            </a:r>
          </a:p>
        </p:txBody>
      </p:sp>
      <p:cxnSp>
        <p:nvCxnSpPr>
          <p:cNvPr id="4" name="Connecteur droit 3">
            <a:extLst>
              <a:ext uri="{FF2B5EF4-FFF2-40B4-BE49-F238E27FC236}">
                <a16:creationId xmlns:a16="http://schemas.microsoft.com/office/drawing/2014/main" id="{70C7F2A4-BB43-4444-80D0-E2EE93A165F9}"/>
              </a:ext>
            </a:extLst>
          </p:cNvPr>
          <p:cNvCxnSpPr>
            <a:cxnSpLocks/>
          </p:cNvCxnSpPr>
          <p:nvPr userDrawn="1"/>
        </p:nvCxnSpPr>
        <p:spPr>
          <a:xfrm>
            <a:off x="4264429" y="2029229"/>
            <a:ext cx="2459528"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2853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95913775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122999436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23364841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4351739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a:t>4/24/2021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345483488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a:t>4/24/2021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38822437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a:t>4/24/2021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7472597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159907269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a:t>4/24/2021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97878169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71936778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a:t>4/24/2021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a:t>‹N°›</a:t>
            </a:fld>
            <a:endParaRPr lang="en-US"/>
          </a:p>
        </p:txBody>
      </p:sp>
    </p:spTree>
    <p:extLst>
      <p:ext uri="{BB962C8B-B14F-4D97-AF65-F5344CB8AC3E}">
        <p14:creationId xmlns:p14="http://schemas.microsoft.com/office/powerpoint/2010/main" val="21237305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532FFF-433A-4D0C-91EE-5D2733A05EE7}"/>
              </a:ext>
            </a:extLst>
          </p:cNvPr>
          <p:cNvSpPr>
            <a:spLocks noGrp="1"/>
          </p:cNvSpPr>
          <p:nvPr>
            <p:ph sz="half" idx="1"/>
          </p:nvPr>
        </p:nvSpPr>
        <p:spPr>
          <a:xfrm>
            <a:off x="471488"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F025BE-64F7-418F-8CB8-A2837E55BFF3}"/>
              </a:ext>
            </a:extLst>
          </p:cNvPr>
          <p:cNvSpPr>
            <a:spLocks noGrp="1"/>
          </p:cNvSpPr>
          <p:nvPr>
            <p:ph sz="half" idx="2"/>
          </p:nvPr>
        </p:nvSpPr>
        <p:spPr>
          <a:xfrm>
            <a:off x="3471863" y="2264788"/>
            <a:ext cx="2914650" cy="6285266"/>
          </a:xfrm>
          <a:prstGeom prst="rect">
            <a:avLst/>
          </a:prstGeom>
        </p:spPr>
        <p:txBody>
          <a:bodyPr/>
          <a:lstStyle>
            <a:lvl1pPr>
              <a:defRPr>
                <a:latin typeface="Roboto Lt" pitchFamily="2" charset="0"/>
                <a:ea typeface="Roboto Lt" pitchFamily="2" charset="0"/>
              </a:defRPr>
            </a:lvl1pPr>
            <a:lvl2pPr>
              <a:defRPr>
                <a:latin typeface="Roboto Lt" pitchFamily="2" charset="0"/>
                <a:ea typeface="Roboto Lt" pitchFamily="2" charset="0"/>
              </a:defRPr>
            </a:lvl2pPr>
            <a:lvl3pPr>
              <a:defRPr>
                <a:latin typeface="Roboto Lt" pitchFamily="2" charset="0"/>
                <a:ea typeface="Roboto Lt" pitchFamily="2" charset="0"/>
              </a:defRPr>
            </a:lvl3pPr>
            <a:lvl4pPr>
              <a:defRPr>
                <a:latin typeface="Roboto Lt" pitchFamily="2" charset="0"/>
                <a:ea typeface="Roboto Lt" pitchFamily="2" charset="0"/>
              </a:defRPr>
            </a:lvl4pPr>
            <a:lvl5pPr>
              <a:defRPr>
                <a:latin typeface="Roboto Lt" pitchFamily="2" charset="0"/>
                <a:ea typeface="Roboto L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e la date 3">
            <a:extLst>
              <a:ext uri="{FF2B5EF4-FFF2-40B4-BE49-F238E27FC236}">
                <a16:creationId xmlns:a16="http://schemas.microsoft.com/office/drawing/2014/main" id="{C61AE815-0D46-4887-9FCD-75189E53E3B5}"/>
              </a:ext>
            </a:extLst>
          </p:cNvPr>
          <p:cNvSpPr>
            <a:spLocks noGrp="1"/>
          </p:cNvSpPr>
          <p:nvPr>
            <p:ph type="dt" sz="half" idx="10"/>
          </p:nvPr>
        </p:nvSpPr>
        <p:spPr>
          <a:xfrm>
            <a:off x="471488" y="9181395"/>
            <a:ext cx="1543050" cy="527403"/>
          </a:xfrm>
          <a:prstGeom prst="rect">
            <a:avLst/>
          </a:prstGeom>
        </p:spPr>
        <p:txBody>
          <a:bodyPr anchor="ctr"/>
          <a:lstStyle>
            <a:lvl1pPr>
              <a:defRPr sz="788">
                <a:latin typeface="Roboto Lt" pitchFamily="2" charset="0"/>
                <a:ea typeface="Roboto Lt" pitchFamily="2" charset="0"/>
              </a:defRPr>
            </a:lvl1pPr>
          </a:lstStyle>
          <a:p>
            <a:fld id="{3AD33400-2482-42A9-A41F-9C469A5BF508}" type="datetimeFigureOut">
              <a:rPr lang="fr-FR" smtClean="0"/>
              <a:pPr/>
              <a:t>24/04/2021</a:t>
            </a:fld>
            <a:endParaRPr lang="fr-FR"/>
          </a:p>
        </p:txBody>
      </p:sp>
      <p:sp>
        <p:nvSpPr>
          <p:cNvPr id="10" name="Espace réservé du pied de page 4">
            <a:extLst>
              <a:ext uri="{FF2B5EF4-FFF2-40B4-BE49-F238E27FC236}">
                <a16:creationId xmlns:a16="http://schemas.microsoft.com/office/drawing/2014/main" id="{A2BBB798-C641-4017-9EC2-843E44646C2B}"/>
              </a:ext>
            </a:extLst>
          </p:cNvPr>
          <p:cNvSpPr>
            <a:spLocks noGrp="1"/>
          </p:cNvSpPr>
          <p:nvPr>
            <p:ph type="ftr" sz="quarter" idx="11"/>
          </p:nvPr>
        </p:nvSpPr>
        <p:spPr>
          <a:xfrm>
            <a:off x="2271713" y="9181395"/>
            <a:ext cx="2314575" cy="527403"/>
          </a:xfrm>
          <a:prstGeom prst="rect">
            <a:avLst/>
          </a:prstGeom>
        </p:spPr>
        <p:txBody>
          <a:bodyPr anchor="ctr"/>
          <a:lstStyle>
            <a:lvl1pPr>
              <a:defRPr sz="788">
                <a:latin typeface="Roboto Lt" pitchFamily="2" charset="0"/>
                <a:ea typeface="Roboto Lt" pitchFamily="2" charset="0"/>
              </a:defRPr>
            </a:lvl1pPr>
          </a:lstStyle>
          <a:p>
            <a:endParaRPr lang="fr-FR"/>
          </a:p>
        </p:txBody>
      </p:sp>
      <p:sp>
        <p:nvSpPr>
          <p:cNvPr id="11" name="Espace réservé du numéro de diapositive 5">
            <a:extLst>
              <a:ext uri="{FF2B5EF4-FFF2-40B4-BE49-F238E27FC236}">
                <a16:creationId xmlns:a16="http://schemas.microsoft.com/office/drawing/2014/main" id="{41F06B7F-7622-4565-AB2E-45A748CC7A81}"/>
              </a:ext>
            </a:extLst>
          </p:cNvPr>
          <p:cNvSpPr>
            <a:spLocks noGrp="1"/>
          </p:cNvSpPr>
          <p:nvPr>
            <p:ph type="sldNum" sz="quarter" idx="12"/>
          </p:nvPr>
        </p:nvSpPr>
        <p:spPr>
          <a:xfrm>
            <a:off x="4843463" y="9181395"/>
            <a:ext cx="1543050" cy="527403"/>
          </a:xfrm>
          <a:prstGeom prst="rect">
            <a:avLst/>
          </a:prstGeom>
        </p:spPr>
        <p:txBody>
          <a:bodyPr anchor="ctr"/>
          <a:lstStyle>
            <a:lvl1pPr>
              <a:defRPr sz="788">
                <a:latin typeface="Roboto Lt" pitchFamily="2" charset="0"/>
                <a:ea typeface="Roboto Lt" pitchFamily="2" charset="0"/>
              </a:defRPr>
            </a:lvl1pPr>
          </a:lstStyle>
          <a:p>
            <a:fld id="{43EA1E4E-9F57-4F5B-B00B-23645FAB65B8}" type="slidenum">
              <a:rPr lang="fr-FR" smtClean="0"/>
              <a:pPr/>
              <a:t>‹N°›</a:t>
            </a:fld>
            <a:endParaRPr lang="fr-FR"/>
          </a:p>
        </p:txBody>
      </p:sp>
      <p:sp>
        <p:nvSpPr>
          <p:cNvPr id="12" name="Espace réservé du texte 7">
            <a:extLst>
              <a:ext uri="{FF2B5EF4-FFF2-40B4-BE49-F238E27FC236}">
                <a16:creationId xmlns:a16="http://schemas.microsoft.com/office/drawing/2014/main" id="{F22388B2-0599-4E03-8140-254515ECD381}"/>
              </a:ext>
            </a:extLst>
          </p:cNvPr>
          <p:cNvSpPr>
            <a:spLocks noGrp="1"/>
          </p:cNvSpPr>
          <p:nvPr>
            <p:ph type="body" sz="quarter" idx="13" hasCustomPrompt="1"/>
          </p:nvPr>
        </p:nvSpPr>
        <p:spPr>
          <a:xfrm>
            <a:off x="98227" y="155929"/>
            <a:ext cx="5751612" cy="1031875"/>
          </a:xfrm>
          <a:prstGeom prst="rect">
            <a:avLst/>
          </a:prstGeom>
        </p:spPr>
        <p:txBody>
          <a:bodyPr anchor="ctr">
            <a:normAutofit/>
          </a:bodyPr>
          <a:lstStyle>
            <a:lvl1pPr marL="0" indent="0">
              <a:buNone/>
              <a:defRPr sz="3600">
                <a:solidFill>
                  <a:schemeClr val="bg1"/>
                </a:solidFill>
                <a:latin typeface="Roboto Cn" pitchFamily="2" charset="0"/>
                <a:ea typeface="Roboto Cn" pitchFamily="2" charset="0"/>
              </a:defRPr>
            </a:lvl1pPr>
          </a:lstStyle>
          <a:p>
            <a:pPr lvl="0"/>
            <a:r>
              <a:rPr lang="fr-FR" dirty="0"/>
              <a:t>Titre</a:t>
            </a:r>
          </a:p>
        </p:txBody>
      </p:sp>
    </p:spTree>
    <p:extLst>
      <p:ext uri="{BB962C8B-B14F-4D97-AF65-F5344CB8AC3E}">
        <p14:creationId xmlns:p14="http://schemas.microsoft.com/office/powerpoint/2010/main" val="38079879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9.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theme" Target="../theme/theme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theme" Target="../theme/theme10.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1.png"/></Relationships>
</file>

<file path=ppt/slideMasters/_rels/slideMaster11.xml.rels><?xml version="1.0" encoding="UTF-8" standalone="yes"?>
<Relationships xmlns="http://schemas.openxmlformats.org/package/2006/relationships"><Relationship Id="rId8" Type="http://schemas.openxmlformats.org/officeDocument/2006/relationships/theme" Target="../theme/theme11.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1.png"/></Relationships>
</file>

<file path=ppt/slideMasters/_rels/slideMaster12.xml.rels><?xml version="1.0" encoding="UTF-8" standalone="yes"?>
<Relationships xmlns="http://schemas.openxmlformats.org/package/2006/relationships"><Relationship Id="rId8" Type="http://schemas.openxmlformats.org/officeDocument/2006/relationships/theme" Target="../theme/theme12.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1.png"/></Relationships>
</file>

<file path=ppt/slideMasters/_rels/slideMaster13.xml.rels><?xml version="1.0" encoding="UTF-8" standalone="yes"?>
<Relationships xmlns="http://schemas.openxmlformats.org/package/2006/relationships"><Relationship Id="rId8" Type="http://schemas.openxmlformats.org/officeDocument/2006/relationships/theme" Target="../theme/theme13.xml"/><Relationship Id="rId3" Type="http://schemas.openxmlformats.org/officeDocument/2006/relationships/slideLayout" Target="../slideLayouts/slideLayout42.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9" Type="http://schemas.openxmlformats.org/officeDocument/2006/relationships/image" Target="../media/image6.png"/></Relationships>
</file>

<file path=ppt/slideMasters/_rels/slideMaster14.xml.rels><?xml version="1.0" encoding="UTF-8" standalone="yes"?>
<Relationships xmlns="http://schemas.openxmlformats.org/package/2006/relationships"><Relationship Id="rId8" Type="http://schemas.openxmlformats.org/officeDocument/2006/relationships/theme" Target="../theme/theme1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9" Type="http://schemas.openxmlformats.org/officeDocument/2006/relationships/image" Target="../media/image7.jpg"/></Relationships>
</file>

<file path=ppt/slideMasters/_rels/slideMaster15.xml.rels><?xml version="1.0" encoding="UTF-8" standalone="yes"?>
<Relationships xmlns="http://schemas.openxmlformats.org/package/2006/relationships"><Relationship Id="rId8" Type="http://schemas.openxmlformats.org/officeDocument/2006/relationships/theme" Target="../theme/theme15.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 Id="rId9" Type="http://schemas.openxmlformats.org/officeDocument/2006/relationships/image" Target="../media/image8.png"/></Relationships>
</file>

<file path=ppt/slideMasters/_rels/slideMaster16.xml.rels><?xml version="1.0" encoding="UTF-8" standalone="yes"?>
<Relationships xmlns="http://schemas.openxmlformats.org/package/2006/relationships"><Relationship Id="rId8" Type="http://schemas.openxmlformats.org/officeDocument/2006/relationships/theme" Target="../theme/theme1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9" Type="http://schemas.openxmlformats.org/officeDocument/2006/relationships/image" Target="../media/image9.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17.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image" Target="../media/image1.png"/></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18.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809E045A-A293-47ED-B087-287D4AD3594A}"/>
              </a:ext>
            </a:extLst>
          </p:cNvPr>
          <p:cNvSpPr/>
          <p:nvPr userDrawn="1"/>
        </p:nvSpPr>
        <p:spPr>
          <a:xfrm>
            <a:off x="201306" y="366533"/>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8" name="Image 7">
            <a:extLst>
              <a:ext uri="{FF2B5EF4-FFF2-40B4-BE49-F238E27FC236}">
                <a16:creationId xmlns:a16="http://schemas.microsoft.com/office/drawing/2014/main" id="{AE3E80C0-0CCF-4982-B438-C616C8CA3727}"/>
              </a:ext>
            </a:extLst>
          </p:cNvPr>
          <p:cNvPicPr>
            <a:picLocks noChangeAspect="1"/>
          </p:cNvPicPr>
          <p:nvPr userDrawn="1"/>
        </p:nvPicPr>
        <p:blipFill>
          <a:blip r:embed="rId3"/>
          <a:stretch>
            <a:fillRect/>
          </a:stretch>
        </p:blipFill>
        <p:spPr>
          <a:xfrm>
            <a:off x="284127" y="729381"/>
            <a:ext cx="497177" cy="993700"/>
          </a:xfrm>
          <a:prstGeom prst="rect">
            <a:avLst/>
          </a:prstGeom>
        </p:spPr>
      </p:pic>
      <p:sp>
        <p:nvSpPr>
          <p:cNvPr id="9" name="ZoneTexte 8">
            <a:extLst>
              <a:ext uri="{FF2B5EF4-FFF2-40B4-BE49-F238E27FC236}">
                <a16:creationId xmlns:a16="http://schemas.microsoft.com/office/drawing/2014/main" id="{40E2E0C3-C91D-498B-831D-8776C1E00235}"/>
              </a:ext>
            </a:extLst>
          </p:cNvPr>
          <p:cNvSpPr txBox="1"/>
          <p:nvPr userDrawn="1"/>
        </p:nvSpPr>
        <p:spPr>
          <a:xfrm>
            <a:off x="1028700" y="803892"/>
            <a:ext cx="3123507" cy="369332"/>
          </a:xfrm>
          <a:prstGeom prst="rect">
            <a:avLst/>
          </a:prstGeom>
          <a:noFill/>
        </p:spPr>
        <p:txBody>
          <a:bodyPr wrap="square" rtlCol="0">
            <a:spAutoFit/>
          </a:bodyPr>
          <a:lstStyle/>
          <a:p>
            <a:r>
              <a:rPr lang="fr-FR" sz="1800" u="sng">
                <a:solidFill>
                  <a:schemeClr val="tx2"/>
                </a:solidFill>
                <a:effectLst/>
                <a:latin typeface="The Bold Font" pitchFamily="2" charset="0"/>
              </a:rPr>
              <a:t>Instructions et conseils </a:t>
            </a:r>
          </a:p>
        </p:txBody>
      </p:sp>
      <p:sp>
        <p:nvSpPr>
          <p:cNvPr id="10" name="ZoneTexte 9">
            <a:extLst>
              <a:ext uri="{FF2B5EF4-FFF2-40B4-BE49-F238E27FC236}">
                <a16:creationId xmlns:a16="http://schemas.microsoft.com/office/drawing/2014/main" id="{0B8B68FF-8D53-4762-875A-711E760A2EDC}"/>
              </a:ext>
            </a:extLst>
          </p:cNvPr>
          <p:cNvSpPr txBox="1"/>
          <p:nvPr userDrawn="1"/>
        </p:nvSpPr>
        <p:spPr>
          <a:xfrm>
            <a:off x="202071" y="2581564"/>
            <a:ext cx="6453858" cy="1044838"/>
          </a:xfrm>
          <a:prstGeom prst="rect">
            <a:avLst/>
          </a:prstGeom>
          <a:solidFill>
            <a:schemeClr val="bg2">
              <a:lumMod val="20000"/>
              <a:lumOff val="80000"/>
            </a:schemeClr>
          </a:solidFill>
        </p:spPr>
        <p:txBody>
          <a:bodyPr wrap="square" rtlCol="0">
            <a:spAutoFit/>
          </a:bodyPr>
          <a:lstStyle/>
          <a:p>
            <a:r>
              <a:rPr lang="fr-FR" sz="1125">
                <a:latin typeface="Roboto Lt" pitchFamily="2" charset="0"/>
                <a:ea typeface="Roboto Lt" pitchFamily="2" charset="0"/>
              </a:rPr>
              <a:t>Avant de modifier ce modèle de </a:t>
            </a:r>
            <a:r>
              <a:rPr lang="fr-FR" sz="1125" err="1">
                <a:latin typeface="Roboto Lt" pitchFamily="2" charset="0"/>
                <a:ea typeface="Roboto Lt" pitchFamily="2" charset="0"/>
              </a:rPr>
              <a:t>powerpoint</a:t>
            </a:r>
            <a:r>
              <a:rPr lang="fr-FR" sz="1125">
                <a:latin typeface="Roboto Lt" pitchFamily="2" charset="0"/>
                <a:ea typeface="Roboto Lt" pitchFamily="2" charset="0"/>
              </a:rPr>
              <a:t>  :</a:t>
            </a:r>
          </a:p>
          <a:p>
            <a:endParaRPr lang="fr-FR" sz="1013">
              <a:latin typeface="Roboto Lt" pitchFamily="2" charset="0"/>
              <a:ea typeface="Roboto Lt" pitchFamily="2" charset="0"/>
            </a:endParaRPr>
          </a:p>
          <a:p>
            <a:pPr marL="160734" indent="-160734">
              <a:lnSpc>
                <a:spcPct val="100000"/>
              </a:lnSpc>
              <a:buFont typeface="Arial" panose="020B0604020202020204" pitchFamily="34" charset="0"/>
              <a:buChar char="•"/>
            </a:pPr>
            <a:r>
              <a:rPr lang="fr-FR" sz="1013">
                <a:latin typeface="Roboto Lt" pitchFamily="2" charset="0"/>
                <a:ea typeface="Roboto Lt" pitchFamily="2" charset="0"/>
              </a:rPr>
              <a:t>Vérifier que vous avez bien installé sur vos ordinateurs les polices de la charte </a:t>
            </a:r>
            <a:r>
              <a:rPr lang="fr-FR" sz="1013" err="1">
                <a:latin typeface="Roboto Lt" pitchFamily="2" charset="0"/>
                <a:ea typeface="Roboto Lt" pitchFamily="2" charset="0"/>
              </a:rPr>
              <a:t>ifac</a:t>
            </a:r>
            <a:r>
              <a:rPr lang="fr-FR" sz="1013">
                <a:latin typeface="Roboto Lt" pitchFamily="2" charset="0"/>
                <a:ea typeface="Roboto Lt" pitchFamily="2" charset="0"/>
              </a:rPr>
              <a:t> : </a:t>
            </a:r>
            <a:r>
              <a:rPr lang="fr-FR" sz="1013" b="1" err="1">
                <a:latin typeface="Roboto Lt" pitchFamily="2" charset="0"/>
                <a:ea typeface="Roboto Lt" pitchFamily="2" charset="0"/>
              </a:rPr>
              <a:t>Roboto</a:t>
            </a:r>
            <a:r>
              <a:rPr lang="fr-FR" sz="1013" b="1">
                <a:latin typeface="Roboto Lt" pitchFamily="2" charset="0"/>
                <a:ea typeface="Roboto Lt" pitchFamily="2" charset="0"/>
              </a:rPr>
              <a:t> (et toutes ses déclinaisons) et The Bold Font </a:t>
            </a:r>
            <a:r>
              <a:rPr lang="fr-FR" sz="1013" b="0" u="sng">
                <a:latin typeface="Roboto Lt" pitchFamily="2" charset="0"/>
                <a:ea typeface="Roboto Lt" pitchFamily="2" charset="0"/>
              </a:rPr>
              <a:t>si ce n’est pas encore le cas, rapprochez-vous du service informatique </a:t>
            </a:r>
          </a:p>
          <a:p>
            <a:pPr marL="0" indent="0">
              <a:lnSpc>
                <a:spcPct val="100000"/>
              </a:lnSpc>
              <a:buFont typeface="Arial" panose="020B0604020202020204" pitchFamily="34" charset="0"/>
              <a:buNone/>
            </a:pPr>
            <a:endParaRPr lang="fr-FR" sz="1013" b="0" u="sng">
              <a:latin typeface="Roboto Lt" pitchFamily="2" charset="0"/>
              <a:ea typeface="Roboto Lt" pitchFamily="2" charset="0"/>
            </a:endParaRPr>
          </a:p>
        </p:txBody>
      </p:sp>
      <p:sp>
        <p:nvSpPr>
          <p:cNvPr id="11" name="ZoneTexte 10">
            <a:extLst>
              <a:ext uri="{FF2B5EF4-FFF2-40B4-BE49-F238E27FC236}">
                <a16:creationId xmlns:a16="http://schemas.microsoft.com/office/drawing/2014/main" id="{38EC2360-ADF2-40AC-ACD3-49B35E71B4D9}"/>
              </a:ext>
            </a:extLst>
          </p:cNvPr>
          <p:cNvSpPr txBox="1"/>
          <p:nvPr userDrawn="1"/>
        </p:nvSpPr>
        <p:spPr>
          <a:xfrm>
            <a:off x="201306" y="5151120"/>
            <a:ext cx="3011045" cy="733214"/>
          </a:xfrm>
          <a:prstGeom prst="rect">
            <a:avLst/>
          </a:prstGeom>
          <a:noFill/>
        </p:spPr>
        <p:txBody>
          <a:bodyPr wrap="square" rtlCol="0">
            <a:spAutoFit/>
          </a:bodyPr>
          <a:lstStyle/>
          <a:p>
            <a:r>
              <a:rPr lang="fr-FR" sz="1013" b="1">
                <a:solidFill>
                  <a:schemeClr val="tx2"/>
                </a:solidFill>
                <a:latin typeface="The Bold Font" pitchFamily="2" charset="0"/>
              </a:rPr>
              <a:t>Pour créer ma présentation :</a:t>
            </a:r>
          </a:p>
          <a:p>
            <a:r>
              <a:rPr lang="fr-FR" sz="788">
                <a:latin typeface="Roboto Lt" pitchFamily="2" charset="0"/>
                <a:ea typeface="Roboto Lt" pitchFamily="2" charset="0"/>
              </a:rPr>
              <a:t>Cliquez sur </a:t>
            </a:r>
            <a:r>
              <a:rPr lang="fr-FR" sz="788" b="1">
                <a:latin typeface="Roboto Lt" pitchFamily="2" charset="0"/>
                <a:ea typeface="Roboto Lt" pitchFamily="2" charset="0"/>
              </a:rPr>
              <a:t>« nouvelle diapositive » </a:t>
            </a:r>
            <a:r>
              <a:rPr lang="fr-FR" sz="788">
                <a:latin typeface="Roboto Lt" pitchFamily="2" charset="0"/>
                <a:ea typeface="Roboto Lt" pitchFamily="2" charset="0"/>
              </a:rPr>
              <a:t>et choisir celle qui correspond à mon sujet. Si parmi les modèles prédéfinis vous ne trouvez pas la configuration dont vous avez besoin, vous pouvez la créer en respectant la charte graphique (slide 2)</a:t>
            </a:r>
            <a:endParaRPr lang="fr-FR" sz="1013"/>
          </a:p>
        </p:txBody>
      </p:sp>
      <p:pic>
        <p:nvPicPr>
          <p:cNvPr id="12" name="Image 11">
            <a:extLst>
              <a:ext uri="{FF2B5EF4-FFF2-40B4-BE49-F238E27FC236}">
                <a16:creationId xmlns:a16="http://schemas.microsoft.com/office/drawing/2014/main" id="{C30CB7F4-D0F0-47F3-A246-42242CB56185}"/>
              </a:ext>
            </a:extLst>
          </p:cNvPr>
          <p:cNvPicPr>
            <a:picLocks noChangeAspect="1"/>
          </p:cNvPicPr>
          <p:nvPr userDrawn="1"/>
        </p:nvPicPr>
        <p:blipFill>
          <a:blip r:embed="rId4"/>
          <a:stretch>
            <a:fillRect/>
          </a:stretch>
        </p:blipFill>
        <p:spPr>
          <a:xfrm>
            <a:off x="243389" y="7033283"/>
            <a:ext cx="2630686" cy="2366433"/>
          </a:xfrm>
          <a:prstGeom prst="rect">
            <a:avLst/>
          </a:prstGeom>
        </p:spPr>
      </p:pic>
      <p:sp>
        <p:nvSpPr>
          <p:cNvPr id="13" name="Ellipse 12">
            <a:extLst>
              <a:ext uri="{FF2B5EF4-FFF2-40B4-BE49-F238E27FC236}">
                <a16:creationId xmlns:a16="http://schemas.microsoft.com/office/drawing/2014/main" id="{E1FBFDF4-82CE-48C3-ACBF-793F22094354}"/>
              </a:ext>
            </a:extLst>
          </p:cNvPr>
          <p:cNvSpPr/>
          <p:nvPr userDrawn="1"/>
        </p:nvSpPr>
        <p:spPr>
          <a:xfrm>
            <a:off x="687360" y="7755715"/>
            <a:ext cx="561109" cy="1455942"/>
          </a:xfrm>
          <a:prstGeom prst="ellipse">
            <a:avLst/>
          </a:prstGeom>
          <a:no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4" name="ZoneTexte 13">
            <a:extLst>
              <a:ext uri="{FF2B5EF4-FFF2-40B4-BE49-F238E27FC236}">
                <a16:creationId xmlns:a16="http://schemas.microsoft.com/office/drawing/2014/main" id="{66A367E4-492E-4595-8CAC-7002A8BB419C}"/>
              </a:ext>
            </a:extLst>
          </p:cNvPr>
          <p:cNvSpPr txBox="1"/>
          <p:nvPr userDrawn="1"/>
        </p:nvSpPr>
        <p:spPr>
          <a:xfrm>
            <a:off x="3429000" y="5255569"/>
            <a:ext cx="3286923" cy="1495218"/>
          </a:xfrm>
          <a:prstGeom prst="rect">
            <a:avLst/>
          </a:prstGeom>
          <a:noFill/>
        </p:spPr>
        <p:txBody>
          <a:bodyPr wrap="square" rtlCol="0">
            <a:spAutoFit/>
          </a:bodyPr>
          <a:lstStyle/>
          <a:p>
            <a:r>
              <a:rPr lang="fr-FR" sz="1013" b="1">
                <a:solidFill>
                  <a:schemeClr val="tx2"/>
                </a:solidFill>
                <a:latin typeface="The Bold Font" pitchFamily="2" charset="0"/>
              </a:rPr>
              <a:t>Conseil pour remplir vos slides :</a:t>
            </a:r>
          </a:p>
          <a:p>
            <a:pPr marL="160734" indent="-160734">
              <a:buFont typeface="Arial" panose="020B0604020202020204" pitchFamily="34" charset="0"/>
              <a:buChar char="•"/>
            </a:pPr>
            <a:endParaRPr lang="fr-FR" sz="1013" b="1">
              <a:solidFill>
                <a:schemeClr val="tx2"/>
              </a:solidFill>
              <a:latin typeface="The Bold Font" pitchFamily="2" charset="0"/>
            </a:endParaRPr>
          </a:p>
          <a:p>
            <a:pPr marL="160734" indent="-160734">
              <a:buFont typeface="Arial" panose="020B0604020202020204" pitchFamily="34" charset="0"/>
              <a:buChar char="•"/>
            </a:pPr>
            <a:r>
              <a:rPr lang="fr-FR" sz="1013" b="0">
                <a:solidFill>
                  <a:schemeClr val="tx1"/>
                </a:solidFill>
                <a:latin typeface="Roboto Lt" pitchFamily="2" charset="0"/>
                <a:ea typeface="Roboto Lt" pitchFamily="2" charset="0"/>
              </a:rPr>
              <a:t>Intégrer peu de texte : ne faites pas des phrases trop longues, notez simplement les informations importantes</a:t>
            </a:r>
          </a:p>
          <a:p>
            <a:pPr marL="160734" indent="-160734">
              <a:buFont typeface="Arial" panose="020B0604020202020204" pitchFamily="34" charset="0"/>
              <a:buChar char="•"/>
            </a:pPr>
            <a:r>
              <a:rPr lang="fr-FR" sz="1013" b="0">
                <a:solidFill>
                  <a:schemeClr val="tx1"/>
                </a:solidFill>
                <a:latin typeface="Roboto Lt" pitchFamily="2" charset="0"/>
                <a:ea typeface="Roboto Lt" pitchFamily="2" charset="0"/>
              </a:rPr>
              <a:t>Privilégier les graphiques simples pour une meilleure lisibilité </a:t>
            </a:r>
          </a:p>
          <a:p>
            <a:pPr marL="160734" indent="-160734">
              <a:buFont typeface="Arial" panose="020B0604020202020204" pitchFamily="34" charset="0"/>
              <a:buChar char="•"/>
            </a:pPr>
            <a:r>
              <a:rPr lang="fr-FR" sz="1013" b="0">
                <a:solidFill>
                  <a:schemeClr val="tx1"/>
                </a:solidFill>
                <a:latin typeface="Roboto Lt" pitchFamily="2" charset="0"/>
                <a:ea typeface="Roboto Lt" pitchFamily="2" charset="0"/>
              </a:rPr>
              <a:t>Police taille minimum 14 ou 16 pts</a:t>
            </a:r>
          </a:p>
          <a:p>
            <a:endParaRPr lang="fr-FR" sz="1013"/>
          </a:p>
        </p:txBody>
      </p:sp>
    </p:spTree>
    <p:extLst>
      <p:ext uri="{BB962C8B-B14F-4D97-AF65-F5344CB8AC3E}">
        <p14:creationId xmlns:p14="http://schemas.microsoft.com/office/powerpoint/2010/main" val="2170706620"/>
      </p:ext>
    </p:extLst>
  </p:cSld>
  <p:clrMap bg1="lt1" tx1="dk1" bg2="lt2" tx2="dk2" accent1="accent1" accent2="accent2" accent3="accent3" accent4="accent4" accent5="accent5" accent6="accent6" hlink="hlink" folHlink="folHlink"/>
  <p:sldLayoutIdLst>
    <p:sldLayoutId id="2147483792" r:id="rId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809E045A-A293-47ED-B087-287D4AD3594A}"/>
              </a:ext>
            </a:extLst>
          </p:cNvPr>
          <p:cNvSpPr/>
          <p:nvPr userDrawn="1"/>
        </p:nvSpPr>
        <p:spPr>
          <a:xfrm>
            <a:off x="201306" y="366533"/>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8" name="Image 7">
            <a:extLst>
              <a:ext uri="{FF2B5EF4-FFF2-40B4-BE49-F238E27FC236}">
                <a16:creationId xmlns:a16="http://schemas.microsoft.com/office/drawing/2014/main" id="{AE3E80C0-0CCF-4982-B438-C616C8CA3727}"/>
              </a:ext>
            </a:extLst>
          </p:cNvPr>
          <p:cNvPicPr>
            <a:picLocks noChangeAspect="1"/>
          </p:cNvPicPr>
          <p:nvPr userDrawn="1"/>
        </p:nvPicPr>
        <p:blipFill>
          <a:blip r:embed="rId3"/>
          <a:stretch>
            <a:fillRect/>
          </a:stretch>
        </p:blipFill>
        <p:spPr>
          <a:xfrm>
            <a:off x="284127" y="729381"/>
            <a:ext cx="497177" cy="993700"/>
          </a:xfrm>
          <a:prstGeom prst="rect">
            <a:avLst/>
          </a:prstGeom>
        </p:spPr>
      </p:pic>
      <p:sp>
        <p:nvSpPr>
          <p:cNvPr id="9" name="ZoneTexte 8">
            <a:extLst>
              <a:ext uri="{FF2B5EF4-FFF2-40B4-BE49-F238E27FC236}">
                <a16:creationId xmlns:a16="http://schemas.microsoft.com/office/drawing/2014/main" id="{40E2E0C3-C91D-498B-831D-8776C1E00235}"/>
              </a:ext>
            </a:extLst>
          </p:cNvPr>
          <p:cNvSpPr txBox="1"/>
          <p:nvPr userDrawn="1"/>
        </p:nvSpPr>
        <p:spPr>
          <a:xfrm>
            <a:off x="1085994" y="366338"/>
            <a:ext cx="2372245" cy="300082"/>
          </a:xfrm>
          <a:prstGeom prst="rect">
            <a:avLst/>
          </a:prstGeom>
          <a:noFill/>
        </p:spPr>
        <p:txBody>
          <a:bodyPr wrap="square" rtlCol="0">
            <a:spAutoFit/>
          </a:bodyPr>
          <a:lstStyle/>
          <a:p>
            <a:r>
              <a:rPr lang="fr-FR" sz="1350" u="sng">
                <a:solidFill>
                  <a:schemeClr val="tx2"/>
                </a:solidFill>
                <a:effectLst/>
                <a:latin typeface="The Bold Font" pitchFamily="2" charset="0"/>
              </a:rPr>
              <a:t>CHARTE GRAPHIQUE </a:t>
            </a:r>
            <a:r>
              <a:rPr lang="fr-FR" sz="1350" u="sng" err="1">
                <a:solidFill>
                  <a:schemeClr val="tx2"/>
                </a:solidFill>
                <a:effectLst/>
                <a:latin typeface="The Bold Font" pitchFamily="2" charset="0"/>
              </a:rPr>
              <a:t>ifac</a:t>
            </a:r>
            <a:r>
              <a:rPr lang="fr-FR" sz="1350" u="sng">
                <a:solidFill>
                  <a:schemeClr val="tx2"/>
                </a:solidFill>
                <a:effectLst/>
                <a:latin typeface="The Bold Font" pitchFamily="2" charset="0"/>
              </a:rPr>
              <a:t> </a:t>
            </a:r>
          </a:p>
        </p:txBody>
      </p:sp>
      <p:sp>
        <p:nvSpPr>
          <p:cNvPr id="5" name="ZoneTexte 4">
            <a:extLst>
              <a:ext uri="{FF2B5EF4-FFF2-40B4-BE49-F238E27FC236}">
                <a16:creationId xmlns:a16="http://schemas.microsoft.com/office/drawing/2014/main" id="{2FB3814B-84A7-465B-931C-5A72E00C1D02}"/>
              </a:ext>
            </a:extLst>
          </p:cNvPr>
          <p:cNvSpPr txBox="1"/>
          <p:nvPr userDrawn="1"/>
        </p:nvSpPr>
        <p:spPr>
          <a:xfrm>
            <a:off x="3327336" y="314523"/>
            <a:ext cx="2316936" cy="456087"/>
          </a:xfrm>
          <a:prstGeom prst="rect">
            <a:avLst/>
          </a:prstGeom>
          <a:solidFill>
            <a:schemeClr val="bg2">
              <a:lumMod val="20000"/>
              <a:lumOff val="80000"/>
            </a:schemeClr>
          </a:solidFill>
        </p:spPr>
        <p:txBody>
          <a:bodyPr wrap="square" rtlCol="0">
            <a:spAutoFit/>
          </a:bodyPr>
          <a:lstStyle/>
          <a:p>
            <a:r>
              <a:rPr lang="fr-FR" sz="788">
                <a:latin typeface="Roboto Lt" pitchFamily="2" charset="0"/>
                <a:ea typeface="Roboto Lt" pitchFamily="2" charset="0"/>
              </a:rPr>
              <a:t>Selon vos sujets, faites bien attention à appliquer les normes graphiques correspondantes.</a:t>
            </a:r>
            <a:endParaRPr lang="fr-FR" sz="788" b="0" u="sng">
              <a:latin typeface="Roboto Lt" pitchFamily="2" charset="0"/>
              <a:ea typeface="Roboto Lt" pitchFamily="2" charset="0"/>
            </a:endParaRPr>
          </a:p>
        </p:txBody>
      </p:sp>
      <p:sp>
        <p:nvSpPr>
          <p:cNvPr id="2" name="ZoneTexte 1">
            <a:extLst>
              <a:ext uri="{FF2B5EF4-FFF2-40B4-BE49-F238E27FC236}">
                <a16:creationId xmlns:a16="http://schemas.microsoft.com/office/drawing/2014/main" id="{12447295-3186-4CE1-8EBF-26EE795A25D8}"/>
              </a:ext>
            </a:extLst>
          </p:cNvPr>
          <p:cNvSpPr txBox="1"/>
          <p:nvPr userDrawn="1"/>
        </p:nvSpPr>
        <p:spPr>
          <a:xfrm>
            <a:off x="1097281" y="1209046"/>
            <a:ext cx="2461513" cy="300082"/>
          </a:xfrm>
          <a:prstGeom prst="rect">
            <a:avLst/>
          </a:prstGeom>
          <a:noFill/>
        </p:spPr>
        <p:txBody>
          <a:bodyPr wrap="square" rtlCol="0">
            <a:spAutoFit/>
          </a:bodyPr>
          <a:lstStyle/>
          <a:p>
            <a:r>
              <a:rPr lang="fr-FR" sz="1350" u="sng">
                <a:solidFill>
                  <a:schemeClr val="tx2"/>
                </a:solidFill>
                <a:effectLst/>
                <a:latin typeface="Roboto Lt" pitchFamily="2" charset="0"/>
                <a:ea typeface="Roboto Lt" pitchFamily="2" charset="0"/>
              </a:rPr>
              <a:t>Polices </a:t>
            </a:r>
            <a:r>
              <a:rPr lang="fr-FR" sz="1350" u="none">
                <a:solidFill>
                  <a:schemeClr val="tx2"/>
                </a:solidFill>
                <a:effectLst/>
                <a:latin typeface="Roboto Lt" pitchFamily="2" charset="0"/>
                <a:ea typeface="Roboto Lt" pitchFamily="2" charset="0"/>
              </a:rPr>
              <a:t>:  </a:t>
            </a:r>
            <a:r>
              <a:rPr lang="fr-FR" sz="1013">
                <a:latin typeface="The Bold Font" pitchFamily="2" charset="0"/>
              </a:rPr>
              <a:t>The </a:t>
            </a:r>
            <a:r>
              <a:rPr lang="fr-FR" sz="1013" err="1">
                <a:latin typeface="The Bold Font" pitchFamily="2" charset="0"/>
              </a:rPr>
              <a:t>bold</a:t>
            </a:r>
            <a:r>
              <a:rPr lang="fr-FR" sz="1013">
                <a:latin typeface="The Bold Font" pitchFamily="2" charset="0"/>
              </a:rPr>
              <a:t> font   </a:t>
            </a:r>
            <a:r>
              <a:rPr lang="fr-FR" sz="1013" err="1">
                <a:latin typeface="Roboto" pitchFamily="2" charset="0"/>
                <a:ea typeface="Roboto" pitchFamily="2" charset="0"/>
              </a:rPr>
              <a:t>Roboto</a:t>
            </a:r>
            <a:r>
              <a:rPr lang="fr-FR" sz="1013">
                <a:latin typeface="Roboto" pitchFamily="2" charset="0"/>
                <a:ea typeface="Roboto" pitchFamily="2" charset="0"/>
              </a:rPr>
              <a:t> </a:t>
            </a:r>
          </a:p>
        </p:txBody>
      </p:sp>
      <p:grpSp>
        <p:nvGrpSpPr>
          <p:cNvPr id="38" name="Groupe 37">
            <a:extLst>
              <a:ext uri="{FF2B5EF4-FFF2-40B4-BE49-F238E27FC236}">
                <a16:creationId xmlns:a16="http://schemas.microsoft.com/office/drawing/2014/main" id="{95DA6683-3972-4D1E-A884-E43245C4E07D}"/>
              </a:ext>
            </a:extLst>
          </p:cNvPr>
          <p:cNvGrpSpPr/>
          <p:nvPr userDrawn="1"/>
        </p:nvGrpSpPr>
        <p:grpSpPr>
          <a:xfrm>
            <a:off x="2704681" y="2417980"/>
            <a:ext cx="1670432" cy="2035519"/>
            <a:chOff x="4694679" y="1706500"/>
            <a:chExt cx="2969656" cy="1409205"/>
          </a:xfrm>
        </p:grpSpPr>
        <p:grpSp>
          <p:nvGrpSpPr>
            <p:cNvPr id="15" name="Groupe 14">
              <a:extLst>
                <a:ext uri="{FF2B5EF4-FFF2-40B4-BE49-F238E27FC236}">
                  <a16:creationId xmlns:a16="http://schemas.microsoft.com/office/drawing/2014/main" id="{AB1E33B4-5E19-4F51-8157-D9DBAE21F8B8}"/>
                </a:ext>
              </a:extLst>
            </p:cNvPr>
            <p:cNvGrpSpPr/>
            <p:nvPr userDrawn="1"/>
          </p:nvGrpSpPr>
          <p:grpSpPr>
            <a:xfrm>
              <a:off x="4694679" y="2258967"/>
              <a:ext cx="1354975" cy="856738"/>
              <a:chOff x="4694679" y="2258967"/>
              <a:chExt cx="1354975" cy="856738"/>
            </a:xfrm>
          </p:grpSpPr>
          <p:sp>
            <p:nvSpPr>
              <p:cNvPr id="4" name="Ellipse 3">
                <a:extLst>
                  <a:ext uri="{FF2B5EF4-FFF2-40B4-BE49-F238E27FC236}">
                    <a16:creationId xmlns:a16="http://schemas.microsoft.com/office/drawing/2014/main" id="{29A33881-4856-46B5-AE67-344B36F8F5A0}"/>
                  </a:ext>
                </a:extLst>
              </p:cNvPr>
              <p:cNvSpPr/>
              <p:nvPr userDrawn="1"/>
            </p:nvSpPr>
            <p:spPr>
              <a:xfrm>
                <a:off x="5106159" y="2258967"/>
                <a:ext cx="532014" cy="523702"/>
              </a:xfrm>
              <a:prstGeom prst="ellipse">
                <a:avLst/>
              </a:prstGeom>
              <a:solidFill>
                <a:srgbClr val="0071B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6" name="ZoneTexte 5">
                <a:extLst>
                  <a:ext uri="{FF2B5EF4-FFF2-40B4-BE49-F238E27FC236}">
                    <a16:creationId xmlns:a16="http://schemas.microsoft.com/office/drawing/2014/main" id="{130F6870-4EFC-471D-B643-5496791E4D91}"/>
                  </a:ext>
                </a:extLst>
              </p:cNvPr>
              <p:cNvSpPr txBox="1"/>
              <p:nvPr userDrawn="1"/>
            </p:nvSpPr>
            <p:spPr>
              <a:xfrm>
                <a:off x="4694679" y="2812071"/>
                <a:ext cx="1354975" cy="303634"/>
              </a:xfrm>
              <a:prstGeom prst="rect">
                <a:avLst/>
              </a:prstGeom>
              <a:noFill/>
            </p:spPr>
            <p:txBody>
              <a:bodyPr wrap="square" rtlCol="0">
                <a:spAutoFit/>
              </a:bodyPr>
              <a:lstStyle/>
              <a:p>
                <a:pPr algn="ctr"/>
                <a:r>
                  <a:rPr lang="fr-FR" sz="900"/>
                  <a:t>Bleu </a:t>
                </a:r>
                <a:r>
                  <a:rPr lang="fr-FR" sz="900" err="1"/>
                  <a:t>ifac</a:t>
                </a:r>
                <a:r>
                  <a:rPr lang="fr-FR" sz="900"/>
                  <a:t> </a:t>
                </a:r>
              </a:p>
              <a:p>
                <a:pPr algn="ctr"/>
                <a:r>
                  <a:rPr lang="fr-FR" sz="675"/>
                  <a:t>RVB : 0 / 113 / 185</a:t>
                </a:r>
              </a:p>
            </p:txBody>
          </p:sp>
        </p:grpSp>
        <p:grpSp>
          <p:nvGrpSpPr>
            <p:cNvPr id="16" name="Groupe 15">
              <a:extLst>
                <a:ext uri="{FF2B5EF4-FFF2-40B4-BE49-F238E27FC236}">
                  <a16:creationId xmlns:a16="http://schemas.microsoft.com/office/drawing/2014/main" id="{0F14766B-66A7-4239-96F9-8D7F9234F4FA}"/>
                </a:ext>
              </a:extLst>
            </p:cNvPr>
            <p:cNvGrpSpPr/>
            <p:nvPr userDrawn="1"/>
          </p:nvGrpSpPr>
          <p:grpSpPr>
            <a:xfrm>
              <a:off x="6142348" y="2273342"/>
              <a:ext cx="1521987" cy="827988"/>
              <a:chOff x="4694679" y="2287717"/>
              <a:chExt cx="1521987" cy="827988"/>
            </a:xfrm>
          </p:grpSpPr>
          <p:sp>
            <p:nvSpPr>
              <p:cNvPr id="17" name="Ellipse 16">
                <a:extLst>
                  <a:ext uri="{FF2B5EF4-FFF2-40B4-BE49-F238E27FC236}">
                    <a16:creationId xmlns:a16="http://schemas.microsoft.com/office/drawing/2014/main" id="{52603EFE-2DD4-4A71-8425-194EE893631E}"/>
                  </a:ext>
                </a:extLst>
              </p:cNvPr>
              <p:cNvSpPr/>
              <p:nvPr userDrawn="1"/>
            </p:nvSpPr>
            <p:spPr>
              <a:xfrm>
                <a:off x="5189665" y="2287717"/>
                <a:ext cx="532014" cy="523702"/>
              </a:xfrm>
              <a:prstGeom prst="ellipse">
                <a:avLst/>
              </a:prstGeom>
              <a:solidFill>
                <a:srgbClr val="B0A286"/>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8" name="ZoneTexte 17">
                <a:extLst>
                  <a:ext uri="{FF2B5EF4-FFF2-40B4-BE49-F238E27FC236}">
                    <a16:creationId xmlns:a16="http://schemas.microsoft.com/office/drawing/2014/main" id="{A86A715B-B277-4FF7-807D-44CCF3618904}"/>
                  </a:ext>
                </a:extLst>
              </p:cNvPr>
              <p:cNvSpPr txBox="1"/>
              <p:nvPr userDrawn="1"/>
            </p:nvSpPr>
            <p:spPr>
              <a:xfrm>
                <a:off x="4694679" y="2812071"/>
                <a:ext cx="1521987" cy="303634"/>
              </a:xfrm>
              <a:prstGeom prst="rect">
                <a:avLst/>
              </a:prstGeom>
              <a:noFill/>
            </p:spPr>
            <p:txBody>
              <a:bodyPr wrap="square" rtlCol="0">
                <a:spAutoFit/>
              </a:bodyPr>
              <a:lstStyle/>
              <a:p>
                <a:pPr algn="ctr"/>
                <a:r>
                  <a:rPr lang="fr-FR" sz="900"/>
                  <a:t>Marron glacé</a:t>
                </a:r>
              </a:p>
              <a:p>
                <a:pPr algn="ctr"/>
                <a:r>
                  <a:rPr lang="fr-FR" sz="675"/>
                  <a:t>RVB : 176 / 162 / 134</a:t>
                </a:r>
              </a:p>
            </p:txBody>
          </p:sp>
        </p:grpSp>
        <p:sp>
          <p:nvSpPr>
            <p:cNvPr id="19" name="ZoneTexte 18">
              <a:extLst>
                <a:ext uri="{FF2B5EF4-FFF2-40B4-BE49-F238E27FC236}">
                  <a16:creationId xmlns:a16="http://schemas.microsoft.com/office/drawing/2014/main" id="{0F1F175D-4695-4E5E-971C-99C20D7DD892}"/>
                </a:ext>
              </a:extLst>
            </p:cNvPr>
            <p:cNvSpPr txBox="1"/>
            <p:nvPr userDrawn="1"/>
          </p:nvSpPr>
          <p:spPr>
            <a:xfrm>
              <a:off x="5185378" y="1706500"/>
              <a:ext cx="1913941" cy="279751"/>
            </a:xfrm>
            <a:prstGeom prst="rect">
              <a:avLst/>
            </a:prstGeom>
            <a:noFill/>
          </p:spPr>
          <p:txBody>
            <a:bodyPr wrap="square" rtlCol="0">
              <a:spAutoFit/>
            </a:bodyPr>
            <a:lstStyle/>
            <a:p>
              <a:r>
                <a:rPr lang="fr-FR" sz="1013" u="sng" err="1">
                  <a:solidFill>
                    <a:schemeClr val="tx2"/>
                  </a:solidFill>
                  <a:effectLst/>
                  <a:latin typeface="Roboto Lt" pitchFamily="2" charset="0"/>
                  <a:ea typeface="Roboto Lt" pitchFamily="2" charset="0"/>
                </a:rPr>
                <a:t>ifac</a:t>
              </a:r>
              <a:r>
                <a:rPr lang="fr-FR" sz="1013" u="sng">
                  <a:solidFill>
                    <a:schemeClr val="tx2"/>
                  </a:solidFill>
                  <a:effectLst/>
                  <a:latin typeface="Roboto Lt" pitchFamily="2" charset="0"/>
                  <a:ea typeface="Roboto Lt" pitchFamily="2" charset="0"/>
                </a:rPr>
                <a:t> institutionnel </a:t>
              </a:r>
            </a:p>
          </p:txBody>
        </p:sp>
      </p:grpSp>
      <p:grpSp>
        <p:nvGrpSpPr>
          <p:cNvPr id="39" name="Groupe 38">
            <a:extLst>
              <a:ext uri="{FF2B5EF4-FFF2-40B4-BE49-F238E27FC236}">
                <a16:creationId xmlns:a16="http://schemas.microsoft.com/office/drawing/2014/main" id="{7A0D39E2-9512-435F-9CA3-829D4343E027}"/>
              </a:ext>
            </a:extLst>
          </p:cNvPr>
          <p:cNvGrpSpPr/>
          <p:nvPr userDrawn="1"/>
        </p:nvGrpSpPr>
        <p:grpSpPr>
          <a:xfrm>
            <a:off x="123996" y="6824240"/>
            <a:ext cx="2226544" cy="2486758"/>
            <a:chOff x="4144785" y="3805063"/>
            <a:chExt cx="3958301" cy="1721602"/>
          </a:xfrm>
        </p:grpSpPr>
        <p:grpSp>
          <p:nvGrpSpPr>
            <p:cNvPr id="20" name="Groupe 19">
              <a:extLst>
                <a:ext uri="{FF2B5EF4-FFF2-40B4-BE49-F238E27FC236}">
                  <a16:creationId xmlns:a16="http://schemas.microsoft.com/office/drawing/2014/main" id="{2F016BD2-826E-4EA8-90AE-C1CD18D6A90B}"/>
                </a:ext>
              </a:extLst>
            </p:cNvPr>
            <p:cNvGrpSpPr/>
            <p:nvPr userDrawn="1"/>
          </p:nvGrpSpPr>
          <p:grpSpPr>
            <a:xfrm>
              <a:off x="4747740" y="4653229"/>
              <a:ext cx="1354975" cy="856738"/>
              <a:chOff x="4747740" y="2554666"/>
              <a:chExt cx="1354975" cy="856738"/>
            </a:xfrm>
          </p:grpSpPr>
          <p:sp>
            <p:nvSpPr>
              <p:cNvPr id="21" name="Ellipse 20">
                <a:extLst>
                  <a:ext uri="{FF2B5EF4-FFF2-40B4-BE49-F238E27FC236}">
                    <a16:creationId xmlns:a16="http://schemas.microsoft.com/office/drawing/2014/main" id="{DC0321D0-2106-4B4C-A5B9-796321497D96}"/>
                  </a:ext>
                </a:extLst>
              </p:cNvPr>
              <p:cNvSpPr/>
              <p:nvPr userDrawn="1"/>
            </p:nvSpPr>
            <p:spPr>
              <a:xfrm>
                <a:off x="5159220" y="2554666"/>
                <a:ext cx="532014" cy="523702"/>
              </a:xfrm>
              <a:prstGeom prst="ellipse">
                <a:avLst/>
              </a:prstGeom>
              <a:solidFill>
                <a:srgbClr val="287387"/>
              </a:solidFill>
              <a:ln>
                <a:solidFill>
                  <a:srgbClr val="2873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2" name="ZoneTexte 21">
                <a:extLst>
                  <a:ext uri="{FF2B5EF4-FFF2-40B4-BE49-F238E27FC236}">
                    <a16:creationId xmlns:a16="http://schemas.microsoft.com/office/drawing/2014/main" id="{E6EAF855-A805-419F-A544-5407E4062629}"/>
                  </a:ext>
                </a:extLst>
              </p:cNvPr>
              <p:cNvSpPr txBox="1"/>
              <p:nvPr userDrawn="1"/>
            </p:nvSpPr>
            <p:spPr>
              <a:xfrm>
                <a:off x="4747740" y="3107770"/>
                <a:ext cx="1354975" cy="303634"/>
              </a:xfrm>
              <a:prstGeom prst="rect">
                <a:avLst/>
              </a:prstGeom>
              <a:noFill/>
            </p:spPr>
            <p:txBody>
              <a:bodyPr wrap="square" rtlCol="0">
                <a:spAutoFit/>
              </a:bodyPr>
              <a:lstStyle/>
              <a:p>
                <a:pPr algn="ctr"/>
                <a:r>
                  <a:rPr lang="fr-FR" sz="900"/>
                  <a:t>Bleu canard </a:t>
                </a:r>
              </a:p>
              <a:p>
                <a:pPr algn="ctr"/>
                <a:r>
                  <a:rPr lang="fr-FR" sz="675"/>
                  <a:t>RVB : 40/115/135</a:t>
                </a:r>
              </a:p>
            </p:txBody>
          </p:sp>
        </p:grpSp>
        <p:grpSp>
          <p:nvGrpSpPr>
            <p:cNvPr id="23" name="Groupe 22">
              <a:extLst>
                <a:ext uri="{FF2B5EF4-FFF2-40B4-BE49-F238E27FC236}">
                  <a16:creationId xmlns:a16="http://schemas.microsoft.com/office/drawing/2014/main" id="{894FC4B2-64EB-4438-AECC-4FF8D6837EEE}"/>
                </a:ext>
              </a:extLst>
            </p:cNvPr>
            <p:cNvGrpSpPr/>
            <p:nvPr userDrawn="1"/>
          </p:nvGrpSpPr>
          <p:grpSpPr>
            <a:xfrm>
              <a:off x="6195409" y="4667604"/>
              <a:ext cx="1521987" cy="859061"/>
              <a:chOff x="4747740" y="2583416"/>
              <a:chExt cx="1521987" cy="859061"/>
            </a:xfrm>
          </p:grpSpPr>
          <p:sp>
            <p:nvSpPr>
              <p:cNvPr id="24" name="Ellipse 23">
                <a:extLst>
                  <a:ext uri="{FF2B5EF4-FFF2-40B4-BE49-F238E27FC236}">
                    <a16:creationId xmlns:a16="http://schemas.microsoft.com/office/drawing/2014/main" id="{A9656E0E-1859-423A-83C0-AFE60075226A}"/>
                  </a:ext>
                </a:extLst>
              </p:cNvPr>
              <p:cNvSpPr/>
              <p:nvPr userDrawn="1"/>
            </p:nvSpPr>
            <p:spPr>
              <a:xfrm>
                <a:off x="5242726" y="2583416"/>
                <a:ext cx="532014" cy="52370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25" name="ZoneTexte 24">
                <a:extLst>
                  <a:ext uri="{FF2B5EF4-FFF2-40B4-BE49-F238E27FC236}">
                    <a16:creationId xmlns:a16="http://schemas.microsoft.com/office/drawing/2014/main" id="{98F5D097-E858-4215-ADC7-1418D796D117}"/>
                  </a:ext>
                </a:extLst>
              </p:cNvPr>
              <p:cNvSpPr txBox="1"/>
              <p:nvPr userDrawn="1"/>
            </p:nvSpPr>
            <p:spPr>
              <a:xfrm>
                <a:off x="4747740" y="3107770"/>
                <a:ext cx="1521987" cy="334707"/>
              </a:xfrm>
              <a:prstGeom prst="rect">
                <a:avLst/>
              </a:prstGeom>
              <a:noFill/>
            </p:spPr>
            <p:txBody>
              <a:bodyPr wrap="square" rtlCol="0">
                <a:spAutoFit/>
              </a:bodyPr>
              <a:lstStyle/>
              <a:p>
                <a:pPr algn="ctr"/>
                <a:r>
                  <a:rPr lang="fr-FR" sz="900" spc="0"/>
                  <a:t>Vert animation </a:t>
                </a:r>
              </a:p>
              <a:p>
                <a:pPr algn="ctr"/>
                <a:r>
                  <a:rPr lang="fr-FR" sz="675"/>
                  <a:t>RVB : 187/204/0</a:t>
                </a:r>
              </a:p>
            </p:txBody>
          </p:sp>
        </p:grpSp>
        <p:sp>
          <p:nvSpPr>
            <p:cNvPr id="26" name="ZoneTexte 25">
              <a:extLst>
                <a:ext uri="{FF2B5EF4-FFF2-40B4-BE49-F238E27FC236}">
                  <a16:creationId xmlns:a16="http://schemas.microsoft.com/office/drawing/2014/main" id="{438E9F53-9B3D-41E5-A6A8-2275BBAB26D9}"/>
                </a:ext>
              </a:extLst>
            </p:cNvPr>
            <p:cNvSpPr txBox="1"/>
            <p:nvPr userDrawn="1"/>
          </p:nvSpPr>
          <p:spPr>
            <a:xfrm>
              <a:off x="4144785" y="3805063"/>
              <a:ext cx="3958301" cy="279751"/>
            </a:xfrm>
            <a:prstGeom prst="rect">
              <a:avLst/>
            </a:prstGeom>
            <a:noFill/>
          </p:spPr>
          <p:txBody>
            <a:bodyPr wrap="square" rtlCol="0">
              <a:spAutoFit/>
            </a:bodyPr>
            <a:lstStyle/>
            <a:p>
              <a:pPr algn="ctr"/>
              <a:r>
                <a:rPr lang="fr-FR" sz="1013" u="sng">
                  <a:solidFill>
                    <a:schemeClr val="tx2"/>
                  </a:solidFill>
                  <a:effectLst/>
                  <a:latin typeface="Roboto Lt" pitchFamily="2" charset="0"/>
                  <a:ea typeface="Roboto Lt" pitchFamily="2" charset="0"/>
                </a:rPr>
                <a:t>Animation : Pack </a:t>
              </a:r>
              <a:r>
                <a:rPr lang="fr-FR" sz="1013" u="sng" err="1">
                  <a:solidFill>
                    <a:schemeClr val="tx2"/>
                  </a:solidFill>
                  <a:effectLst/>
                  <a:latin typeface="Roboto Lt" pitchFamily="2" charset="0"/>
                  <a:ea typeface="Roboto Lt" pitchFamily="2" charset="0"/>
                </a:rPr>
                <a:t>com’animation</a:t>
              </a:r>
              <a:r>
                <a:rPr lang="fr-FR" sz="1013" u="sng">
                  <a:solidFill>
                    <a:schemeClr val="tx2"/>
                  </a:solidFill>
                  <a:effectLst/>
                  <a:latin typeface="Roboto Lt" pitchFamily="2" charset="0"/>
                  <a:ea typeface="Roboto Lt" pitchFamily="2" charset="0"/>
                </a:rPr>
                <a:t> </a:t>
              </a:r>
            </a:p>
            <a:p>
              <a:pPr algn="ctr"/>
              <a:r>
                <a:rPr lang="fr-FR" sz="1013" u="sng">
                  <a:solidFill>
                    <a:schemeClr val="tx2"/>
                  </a:solidFill>
                  <a:effectLst/>
                  <a:latin typeface="Roboto Lt" pitchFamily="2" charset="0"/>
                  <a:ea typeface="Roboto Lt" pitchFamily="2" charset="0"/>
                </a:rPr>
                <a:t>et Démarche qualité  </a:t>
              </a:r>
            </a:p>
          </p:txBody>
        </p:sp>
      </p:grpSp>
      <p:cxnSp>
        <p:nvCxnSpPr>
          <p:cNvPr id="41" name="Connecteur droit 40">
            <a:extLst>
              <a:ext uri="{FF2B5EF4-FFF2-40B4-BE49-F238E27FC236}">
                <a16:creationId xmlns:a16="http://schemas.microsoft.com/office/drawing/2014/main" id="{F49C31EF-708C-4B97-BA87-600EDF44BA10}"/>
              </a:ext>
            </a:extLst>
          </p:cNvPr>
          <p:cNvCxnSpPr/>
          <p:nvPr userDrawn="1"/>
        </p:nvCxnSpPr>
        <p:spPr>
          <a:xfrm>
            <a:off x="4750724" y="2464944"/>
            <a:ext cx="0" cy="7432502"/>
          </a:xfrm>
          <a:prstGeom prst="line">
            <a:avLst/>
          </a:prstGeom>
          <a:ln w="63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4EE69810-FF5D-4880-913C-F597429D45BA}"/>
              </a:ext>
            </a:extLst>
          </p:cNvPr>
          <p:cNvSpPr txBox="1"/>
          <p:nvPr userDrawn="1"/>
        </p:nvSpPr>
        <p:spPr>
          <a:xfrm>
            <a:off x="4834891" y="2464945"/>
            <a:ext cx="1921796" cy="213585"/>
          </a:xfrm>
          <a:prstGeom prst="rect">
            <a:avLst/>
          </a:prstGeom>
          <a:noFill/>
        </p:spPr>
        <p:txBody>
          <a:bodyPr wrap="square" rtlCol="0">
            <a:spAutoFit/>
          </a:bodyPr>
          <a:lstStyle/>
          <a:p>
            <a:r>
              <a:rPr lang="fr-FR" sz="788" u="sng">
                <a:solidFill>
                  <a:schemeClr val="tx2"/>
                </a:solidFill>
                <a:latin typeface="Roboto Lt" pitchFamily="2" charset="0"/>
                <a:ea typeface="Roboto Lt" pitchFamily="2" charset="0"/>
              </a:rPr>
              <a:t>Magellan :</a:t>
            </a:r>
          </a:p>
        </p:txBody>
      </p:sp>
      <p:grpSp>
        <p:nvGrpSpPr>
          <p:cNvPr id="48" name="Groupe 47">
            <a:extLst>
              <a:ext uri="{FF2B5EF4-FFF2-40B4-BE49-F238E27FC236}">
                <a16:creationId xmlns:a16="http://schemas.microsoft.com/office/drawing/2014/main" id="{D16ED6DE-E667-4F4C-8585-0088191290D3}"/>
              </a:ext>
            </a:extLst>
          </p:cNvPr>
          <p:cNvGrpSpPr/>
          <p:nvPr userDrawn="1"/>
        </p:nvGrpSpPr>
        <p:grpSpPr>
          <a:xfrm>
            <a:off x="5466861" y="2446096"/>
            <a:ext cx="520292" cy="861143"/>
            <a:chOff x="9510898" y="1709164"/>
            <a:chExt cx="924964" cy="596176"/>
          </a:xfrm>
        </p:grpSpPr>
        <p:sp>
          <p:nvSpPr>
            <p:cNvPr id="43" name="Rectangle 42">
              <a:extLst>
                <a:ext uri="{FF2B5EF4-FFF2-40B4-BE49-F238E27FC236}">
                  <a16:creationId xmlns:a16="http://schemas.microsoft.com/office/drawing/2014/main" id="{53851970-FF24-4AD8-B150-7C89C47169D9}"/>
                </a:ext>
              </a:extLst>
            </p:cNvPr>
            <p:cNvSpPr/>
            <p:nvPr userDrawn="1"/>
          </p:nvSpPr>
          <p:spPr>
            <a:xfrm>
              <a:off x="9694904" y="1709164"/>
              <a:ext cx="556952" cy="230365"/>
            </a:xfrm>
            <a:prstGeom prst="rect">
              <a:avLst/>
            </a:prstGeom>
            <a:solidFill>
              <a:srgbClr val="262D5F"/>
            </a:solidFill>
            <a:ln>
              <a:solidFill>
                <a:srgbClr val="1F30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5" name="ZoneTexte 44">
              <a:extLst>
                <a:ext uri="{FF2B5EF4-FFF2-40B4-BE49-F238E27FC236}">
                  <a16:creationId xmlns:a16="http://schemas.microsoft.com/office/drawing/2014/main" id="{6012ECBF-0C7E-42F3-BC0B-D03D5FCC7013}"/>
                </a:ext>
              </a:extLst>
            </p:cNvPr>
            <p:cNvSpPr txBox="1"/>
            <p:nvPr userDrawn="1"/>
          </p:nvSpPr>
          <p:spPr>
            <a:xfrm>
              <a:off x="9510898" y="2043523"/>
              <a:ext cx="924964" cy="261817"/>
            </a:xfrm>
            <a:prstGeom prst="rect">
              <a:avLst/>
            </a:prstGeom>
            <a:noFill/>
          </p:spPr>
          <p:txBody>
            <a:bodyPr wrap="square" rtlCol="0">
              <a:spAutoFit/>
            </a:bodyPr>
            <a:lstStyle/>
            <a:p>
              <a:pPr algn="ctr"/>
              <a:r>
                <a:rPr lang="fr-FR" sz="619">
                  <a:latin typeface="Roboto Lt" pitchFamily="2" charset="0"/>
                  <a:ea typeface="Roboto Lt" pitchFamily="2" charset="0"/>
                </a:rPr>
                <a:t>Bleu RVB </a:t>
              </a:r>
            </a:p>
            <a:p>
              <a:pPr algn="ctr"/>
              <a:r>
                <a:rPr lang="fr-FR" sz="619">
                  <a:latin typeface="Roboto Lt" pitchFamily="2" charset="0"/>
                  <a:ea typeface="Roboto Lt" pitchFamily="2" charset="0"/>
                </a:rPr>
                <a:t>38/45/95</a:t>
              </a:r>
            </a:p>
          </p:txBody>
        </p:sp>
      </p:grpSp>
      <p:grpSp>
        <p:nvGrpSpPr>
          <p:cNvPr id="47" name="Groupe 46">
            <a:extLst>
              <a:ext uri="{FF2B5EF4-FFF2-40B4-BE49-F238E27FC236}">
                <a16:creationId xmlns:a16="http://schemas.microsoft.com/office/drawing/2014/main" id="{AA18DDE0-C992-470E-90D9-07E15A1AEA0E}"/>
              </a:ext>
            </a:extLst>
          </p:cNvPr>
          <p:cNvGrpSpPr/>
          <p:nvPr userDrawn="1"/>
        </p:nvGrpSpPr>
        <p:grpSpPr>
          <a:xfrm>
            <a:off x="6101249" y="2464944"/>
            <a:ext cx="520292" cy="948885"/>
            <a:chOff x="10391724" y="1702364"/>
            <a:chExt cx="924964" cy="656921"/>
          </a:xfrm>
        </p:grpSpPr>
        <p:sp>
          <p:nvSpPr>
            <p:cNvPr id="44" name="Rectangle 43">
              <a:extLst>
                <a:ext uri="{FF2B5EF4-FFF2-40B4-BE49-F238E27FC236}">
                  <a16:creationId xmlns:a16="http://schemas.microsoft.com/office/drawing/2014/main" id="{D9CC7D53-EF2E-4228-BEBA-48C4635EBA8F}"/>
                </a:ext>
              </a:extLst>
            </p:cNvPr>
            <p:cNvSpPr/>
            <p:nvPr userDrawn="1"/>
          </p:nvSpPr>
          <p:spPr>
            <a:xfrm>
              <a:off x="10571647" y="1702364"/>
              <a:ext cx="556952" cy="230365"/>
            </a:xfrm>
            <a:prstGeom prst="rect">
              <a:avLst/>
            </a:prstGeom>
            <a:solidFill>
              <a:srgbClr val="F8C33E"/>
            </a:solidFill>
            <a:ln>
              <a:solidFill>
                <a:srgbClr val="F8C3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46" name="ZoneTexte 45">
              <a:extLst>
                <a:ext uri="{FF2B5EF4-FFF2-40B4-BE49-F238E27FC236}">
                  <a16:creationId xmlns:a16="http://schemas.microsoft.com/office/drawing/2014/main" id="{3565FB5F-E5A1-4F3C-995E-FC223693DEB8}"/>
                </a:ext>
              </a:extLst>
            </p:cNvPr>
            <p:cNvSpPr txBox="1"/>
            <p:nvPr userDrawn="1"/>
          </p:nvSpPr>
          <p:spPr>
            <a:xfrm>
              <a:off x="10391724" y="2031503"/>
              <a:ext cx="924964" cy="327782"/>
            </a:xfrm>
            <a:prstGeom prst="rect">
              <a:avLst/>
            </a:prstGeom>
            <a:noFill/>
          </p:spPr>
          <p:txBody>
            <a:bodyPr wrap="square" rtlCol="0">
              <a:spAutoFit/>
            </a:bodyPr>
            <a:lstStyle/>
            <a:p>
              <a:pPr algn="ctr"/>
              <a:r>
                <a:rPr lang="fr-FR" sz="619">
                  <a:latin typeface="Roboto Lt" pitchFamily="2" charset="0"/>
                  <a:ea typeface="Roboto Lt" pitchFamily="2" charset="0"/>
                </a:rPr>
                <a:t>Jaune RVB </a:t>
              </a:r>
            </a:p>
            <a:p>
              <a:pPr algn="ctr"/>
              <a:r>
                <a:rPr lang="fr-FR" sz="619">
                  <a:latin typeface="Roboto Lt" pitchFamily="2" charset="0"/>
                  <a:ea typeface="Roboto Lt" pitchFamily="2" charset="0"/>
                </a:rPr>
                <a:t>248/195/62</a:t>
              </a:r>
            </a:p>
          </p:txBody>
        </p:sp>
      </p:grpSp>
      <p:sp>
        <p:nvSpPr>
          <p:cNvPr id="49" name="ZoneTexte 48">
            <a:extLst>
              <a:ext uri="{FF2B5EF4-FFF2-40B4-BE49-F238E27FC236}">
                <a16:creationId xmlns:a16="http://schemas.microsoft.com/office/drawing/2014/main" id="{E0627105-8F4C-4FA3-89A9-22C75581C73C}"/>
              </a:ext>
            </a:extLst>
          </p:cNvPr>
          <p:cNvSpPr txBox="1"/>
          <p:nvPr userDrawn="1"/>
        </p:nvSpPr>
        <p:spPr>
          <a:xfrm>
            <a:off x="4818527" y="4061881"/>
            <a:ext cx="1921796" cy="213585"/>
          </a:xfrm>
          <a:prstGeom prst="rect">
            <a:avLst/>
          </a:prstGeom>
          <a:noFill/>
        </p:spPr>
        <p:txBody>
          <a:bodyPr wrap="square" rtlCol="0">
            <a:spAutoFit/>
          </a:bodyPr>
          <a:lstStyle/>
          <a:p>
            <a:r>
              <a:rPr lang="fr-FR" sz="788" u="sng" err="1">
                <a:solidFill>
                  <a:schemeClr val="tx2"/>
                </a:solidFill>
                <a:latin typeface="Roboto Lt" pitchFamily="2" charset="0"/>
                <a:ea typeface="Roboto Lt" pitchFamily="2" charset="0"/>
              </a:rPr>
              <a:t>Chabullons</a:t>
            </a:r>
            <a:r>
              <a:rPr lang="fr-FR" sz="788" u="sng">
                <a:solidFill>
                  <a:schemeClr val="tx2"/>
                </a:solidFill>
                <a:latin typeface="Roboto Lt" pitchFamily="2" charset="0"/>
                <a:ea typeface="Roboto Lt" pitchFamily="2" charset="0"/>
              </a:rPr>
              <a:t> :</a:t>
            </a:r>
          </a:p>
        </p:txBody>
      </p:sp>
      <p:grpSp>
        <p:nvGrpSpPr>
          <p:cNvPr id="50" name="Groupe 49">
            <a:extLst>
              <a:ext uri="{FF2B5EF4-FFF2-40B4-BE49-F238E27FC236}">
                <a16:creationId xmlns:a16="http://schemas.microsoft.com/office/drawing/2014/main" id="{FE575303-56AC-49A5-8EBC-8F623619EDB6}"/>
              </a:ext>
            </a:extLst>
          </p:cNvPr>
          <p:cNvGrpSpPr/>
          <p:nvPr userDrawn="1"/>
        </p:nvGrpSpPr>
        <p:grpSpPr>
          <a:xfrm>
            <a:off x="5367374" y="4095405"/>
            <a:ext cx="691216" cy="857372"/>
            <a:chOff x="9318544" y="1709164"/>
            <a:chExt cx="1228829" cy="593565"/>
          </a:xfrm>
        </p:grpSpPr>
        <p:sp>
          <p:nvSpPr>
            <p:cNvPr id="51" name="Rectangle 50">
              <a:extLst>
                <a:ext uri="{FF2B5EF4-FFF2-40B4-BE49-F238E27FC236}">
                  <a16:creationId xmlns:a16="http://schemas.microsoft.com/office/drawing/2014/main" id="{A8C7CB3C-CE12-47C2-B341-B0EA00005D3A}"/>
                </a:ext>
              </a:extLst>
            </p:cNvPr>
            <p:cNvSpPr/>
            <p:nvPr userDrawn="1"/>
          </p:nvSpPr>
          <p:spPr>
            <a:xfrm>
              <a:off x="9694904" y="1709164"/>
              <a:ext cx="556952" cy="230365"/>
            </a:xfrm>
            <a:prstGeom prst="rect">
              <a:avLst/>
            </a:prstGeom>
            <a:solidFill>
              <a:srgbClr val="C88398"/>
            </a:solidFill>
            <a:ln>
              <a:solidFill>
                <a:srgbClr val="C883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52" name="ZoneTexte 51">
              <a:extLst>
                <a:ext uri="{FF2B5EF4-FFF2-40B4-BE49-F238E27FC236}">
                  <a16:creationId xmlns:a16="http://schemas.microsoft.com/office/drawing/2014/main" id="{ED5195AF-9B09-4165-8D3B-93BB63152BD2}"/>
                </a:ext>
              </a:extLst>
            </p:cNvPr>
            <p:cNvSpPr txBox="1"/>
            <p:nvPr userDrawn="1"/>
          </p:nvSpPr>
          <p:spPr>
            <a:xfrm>
              <a:off x="9318544" y="2040912"/>
              <a:ext cx="1228829" cy="261817"/>
            </a:xfrm>
            <a:prstGeom prst="rect">
              <a:avLst/>
            </a:prstGeom>
            <a:noFill/>
          </p:spPr>
          <p:txBody>
            <a:bodyPr wrap="square" rtlCol="0">
              <a:spAutoFit/>
            </a:bodyPr>
            <a:lstStyle/>
            <a:p>
              <a:pPr algn="ctr"/>
              <a:r>
                <a:rPr lang="fr-FR" sz="619">
                  <a:latin typeface="Roboto Lt" pitchFamily="2" charset="0"/>
                  <a:ea typeface="Roboto Lt" pitchFamily="2" charset="0"/>
                </a:rPr>
                <a:t>Vieux Rose RVB </a:t>
              </a:r>
            </a:p>
            <a:p>
              <a:pPr algn="ctr"/>
              <a:r>
                <a:rPr lang="fr-FR" sz="619">
                  <a:latin typeface="Roboto Lt" pitchFamily="2" charset="0"/>
                  <a:ea typeface="Roboto Lt" pitchFamily="2" charset="0"/>
                </a:rPr>
                <a:t>200/131/152</a:t>
              </a:r>
            </a:p>
          </p:txBody>
        </p:sp>
      </p:grpSp>
      <p:grpSp>
        <p:nvGrpSpPr>
          <p:cNvPr id="53" name="Groupe 52">
            <a:extLst>
              <a:ext uri="{FF2B5EF4-FFF2-40B4-BE49-F238E27FC236}">
                <a16:creationId xmlns:a16="http://schemas.microsoft.com/office/drawing/2014/main" id="{33D380EB-CFC4-476E-A4BC-4FE9B2E12531}"/>
              </a:ext>
            </a:extLst>
          </p:cNvPr>
          <p:cNvGrpSpPr/>
          <p:nvPr userDrawn="1"/>
        </p:nvGrpSpPr>
        <p:grpSpPr>
          <a:xfrm>
            <a:off x="6022664" y="4137016"/>
            <a:ext cx="649412" cy="834990"/>
            <a:chOff x="10391723" y="1715250"/>
            <a:chExt cx="1154511" cy="578070"/>
          </a:xfrm>
        </p:grpSpPr>
        <p:sp>
          <p:nvSpPr>
            <p:cNvPr id="54" name="Rectangle 53">
              <a:extLst>
                <a:ext uri="{FF2B5EF4-FFF2-40B4-BE49-F238E27FC236}">
                  <a16:creationId xmlns:a16="http://schemas.microsoft.com/office/drawing/2014/main" id="{11138B16-F92A-418D-B757-4FFE2D5049C3}"/>
                </a:ext>
              </a:extLst>
            </p:cNvPr>
            <p:cNvSpPr/>
            <p:nvPr userDrawn="1"/>
          </p:nvSpPr>
          <p:spPr>
            <a:xfrm>
              <a:off x="10663522" y="1715250"/>
              <a:ext cx="556952" cy="230365"/>
            </a:xfrm>
            <a:prstGeom prst="rect">
              <a:avLst/>
            </a:prstGeom>
            <a:solidFill>
              <a:srgbClr val="5CBEC1"/>
            </a:solidFill>
            <a:ln>
              <a:solidFill>
                <a:srgbClr val="5CBE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55" name="ZoneTexte 54">
              <a:extLst>
                <a:ext uri="{FF2B5EF4-FFF2-40B4-BE49-F238E27FC236}">
                  <a16:creationId xmlns:a16="http://schemas.microsoft.com/office/drawing/2014/main" id="{BB51E962-A2A7-431B-9870-41F97414BF33}"/>
                </a:ext>
              </a:extLst>
            </p:cNvPr>
            <p:cNvSpPr txBox="1"/>
            <p:nvPr userDrawn="1"/>
          </p:nvSpPr>
          <p:spPr>
            <a:xfrm>
              <a:off x="10391723" y="2031503"/>
              <a:ext cx="1154511" cy="261817"/>
            </a:xfrm>
            <a:prstGeom prst="rect">
              <a:avLst/>
            </a:prstGeom>
            <a:noFill/>
          </p:spPr>
          <p:txBody>
            <a:bodyPr wrap="square" rtlCol="0">
              <a:spAutoFit/>
            </a:bodyPr>
            <a:lstStyle/>
            <a:p>
              <a:pPr algn="ctr"/>
              <a:r>
                <a:rPr lang="fr-FR" sz="619">
                  <a:latin typeface="Roboto Lt" pitchFamily="2" charset="0"/>
                  <a:ea typeface="Roboto Lt" pitchFamily="2" charset="0"/>
                </a:rPr>
                <a:t>Turquoise RVB </a:t>
              </a:r>
            </a:p>
            <a:p>
              <a:pPr algn="ctr"/>
              <a:r>
                <a:rPr lang="fr-FR" sz="619">
                  <a:latin typeface="Roboto Lt" pitchFamily="2" charset="0"/>
                  <a:ea typeface="Roboto Lt" pitchFamily="2" charset="0"/>
                </a:rPr>
                <a:t>92/190/193</a:t>
              </a:r>
            </a:p>
          </p:txBody>
        </p:sp>
      </p:grpSp>
      <p:grpSp>
        <p:nvGrpSpPr>
          <p:cNvPr id="56" name="Groupe 55">
            <a:extLst>
              <a:ext uri="{FF2B5EF4-FFF2-40B4-BE49-F238E27FC236}">
                <a16:creationId xmlns:a16="http://schemas.microsoft.com/office/drawing/2014/main" id="{A025E91F-A517-462A-8463-7EA329045CE7}"/>
              </a:ext>
            </a:extLst>
          </p:cNvPr>
          <p:cNvGrpSpPr/>
          <p:nvPr userDrawn="1"/>
        </p:nvGrpSpPr>
        <p:grpSpPr>
          <a:xfrm>
            <a:off x="5388276" y="5348752"/>
            <a:ext cx="649412" cy="739708"/>
            <a:chOff x="10391723" y="1715250"/>
            <a:chExt cx="1154511" cy="512106"/>
          </a:xfrm>
        </p:grpSpPr>
        <p:sp>
          <p:nvSpPr>
            <p:cNvPr id="57" name="Rectangle 56">
              <a:extLst>
                <a:ext uri="{FF2B5EF4-FFF2-40B4-BE49-F238E27FC236}">
                  <a16:creationId xmlns:a16="http://schemas.microsoft.com/office/drawing/2014/main" id="{9B50D93A-0B31-4691-A4C6-A8A0051DA9CD}"/>
                </a:ext>
              </a:extLst>
            </p:cNvPr>
            <p:cNvSpPr/>
            <p:nvPr userDrawn="1"/>
          </p:nvSpPr>
          <p:spPr>
            <a:xfrm>
              <a:off x="10663522" y="1715250"/>
              <a:ext cx="556952" cy="230365"/>
            </a:xfrm>
            <a:prstGeom prst="rect">
              <a:avLst/>
            </a:prstGeom>
            <a:solidFill>
              <a:srgbClr val="90A538"/>
            </a:solidFill>
            <a:ln>
              <a:solidFill>
                <a:srgbClr val="90A5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58" name="ZoneTexte 57">
              <a:extLst>
                <a:ext uri="{FF2B5EF4-FFF2-40B4-BE49-F238E27FC236}">
                  <a16:creationId xmlns:a16="http://schemas.microsoft.com/office/drawing/2014/main" id="{64F510E6-4C5A-4982-8A15-BE4017A1DDC9}"/>
                </a:ext>
              </a:extLst>
            </p:cNvPr>
            <p:cNvSpPr txBox="1"/>
            <p:nvPr userDrawn="1"/>
          </p:nvSpPr>
          <p:spPr>
            <a:xfrm>
              <a:off x="10391723" y="2031503"/>
              <a:ext cx="1154511" cy="195853"/>
            </a:xfrm>
            <a:prstGeom prst="rect">
              <a:avLst/>
            </a:prstGeom>
            <a:noFill/>
          </p:spPr>
          <p:txBody>
            <a:bodyPr wrap="square" rtlCol="0">
              <a:spAutoFit/>
            </a:bodyPr>
            <a:lstStyle/>
            <a:p>
              <a:pPr algn="ctr"/>
              <a:r>
                <a:rPr lang="fr-FR" sz="619">
                  <a:latin typeface="Roboto Lt" pitchFamily="2" charset="0"/>
                  <a:ea typeface="Roboto Lt" pitchFamily="2" charset="0"/>
                </a:rPr>
                <a:t>Vert RVB </a:t>
              </a:r>
            </a:p>
            <a:p>
              <a:pPr algn="ctr"/>
              <a:r>
                <a:rPr lang="fr-FR" sz="619">
                  <a:latin typeface="Roboto Lt" pitchFamily="2" charset="0"/>
                  <a:ea typeface="Roboto Lt" pitchFamily="2" charset="0"/>
                </a:rPr>
                <a:t>144/165/56</a:t>
              </a:r>
            </a:p>
          </p:txBody>
        </p:sp>
      </p:grpSp>
      <p:grpSp>
        <p:nvGrpSpPr>
          <p:cNvPr id="59" name="Groupe 58">
            <a:extLst>
              <a:ext uri="{FF2B5EF4-FFF2-40B4-BE49-F238E27FC236}">
                <a16:creationId xmlns:a16="http://schemas.microsoft.com/office/drawing/2014/main" id="{EE66FAFA-7F26-4389-8EFE-E435699CE6B2}"/>
              </a:ext>
            </a:extLst>
          </p:cNvPr>
          <p:cNvGrpSpPr/>
          <p:nvPr userDrawn="1"/>
        </p:nvGrpSpPr>
        <p:grpSpPr>
          <a:xfrm>
            <a:off x="6022664" y="5367981"/>
            <a:ext cx="649412" cy="834990"/>
            <a:chOff x="10391723" y="1715250"/>
            <a:chExt cx="1154511" cy="578070"/>
          </a:xfrm>
        </p:grpSpPr>
        <p:sp>
          <p:nvSpPr>
            <p:cNvPr id="60" name="Rectangle 59">
              <a:extLst>
                <a:ext uri="{FF2B5EF4-FFF2-40B4-BE49-F238E27FC236}">
                  <a16:creationId xmlns:a16="http://schemas.microsoft.com/office/drawing/2014/main" id="{96D7D4AE-7E42-485A-A1FA-6BDCD44EEDDA}"/>
                </a:ext>
              </a:extLst>
            </p:cNvPr>
            <p:cNvSpPr/>
            <p:nvPr userDrawn="1"/>
          </p:nvSpPr>
          <p:spPr>
            <a:xfrm>
              <a:off x="10663522" y="1715250"/>
              <a:ext cx="556952" cy="230365"/>
            </a:xfrm>
            <a:prstGeom prst="rect">
              <a:avLst/>
            </a:prstGeom>
            <a:solidFill>
              <a:srgbClr val="29235C"/>
            </a:solidFill>
            <a:ln>
              <a:solidFill>
                <a:srgbClr val="2923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61" name="ZoneTexte 60">
              <a:extLst>
                <a:ext uri="{FF2B5EF4-FFF2-40B4-BE49-F238E27FC236}">
                  <a16:creationId xmlns:a16="http://schemas.microsoft.com/office/drawing/2014/main" id="{65236C65-DD09-4C6B-A4A7-E65C6653C89F}"/>
                </a:ext>
              </a:extLst>
            </p:cNvPr>
            <p:cNvSpPr txBox="1"/>
            <p:nvPr userDrawn="1"/>
          </p:nvSpPr>
          <p:spPr>
            <a:xfrm>
              <a:off x="10391723" y="2031503"/>
              <a:ext cx="1154511" cy="261817"/>
            </a:xfrm>
            <a:prstGeom prst="rect">
              <a:avLst/>
            </a:prstGeom>
            <a:noFill/>
          </p:spPr>
          <p:txBody>
            <a:bodyPr wrap="square" rtlCol="0">
              <a:spAutoFit/>
            </a:bodyPr>
            <a:lstStyle/>
            <a:p>
              <a:pPr algn="ctr"/>
              <a:r>
                <a:rPr lang="fr-FR" sz="619">
                  <a:latin typeface="Roboto Lt" pitchFamily="2" charset="0"/>
                  <a:ea typeface="Roboto Lt" pitchFamily="2" charset="0"/>
                </a:rPr>
                <a:t>Bleu nuit RVB </a:t>
              </a:r>
            </a:p>
            <a:p>
              <a:pPr algn="ctr"/>
              <a:r>
                <a:rPr lang="fr-FR" sz="619">
                  <a:latin typeface="Roboto Lt" pitchFamily="2" charset="0"/>
                  <a:ea typeface="Roboto Lt" pitchFamily="2" charset="0"/>
                </a:rPr>
                <a:t>41/35/92</a:t>
              </a:r>
            </a:p>
          </p:txBody>
        </p:sp>
      </p:grpSp>
      <p:pic>
        <p:nvPicPr>
          <p:cNvPr id="62" name="Image 61">
            <a:extLst>
              <a:ext uri="{FF2B5EF4-FFF2-40B4-BE49-F238E27FC236}">
                <a16:creationId xmlns:a16="http://schemas.microsoft.com/office/drawing/2014/main" id="{1E98CE33-A215-44A0-B54D-5C003983ABC8}"/>
              </a:ext>
            </a:extLst>
          </p:cNvPr>
          <p:cNvPicPr>
            <a:picLocks noChangeAspect="1"/>
          </p:cNvPicPr>
          <p:nvPr userDrawn="1"/>
        </p:nvPicPr>
        <p:blipFill>
          <a:blip r:embed="rId4"/>
          <a:stretch>
            <a:fillRect/>
          </a:stretch>
        </p:blipFill>
        <p:spPr>
          <a:xfrm>
            <a:off x="1277661" y="3865999"/>
            <a:ext cx="862925" cy="2700435"/>
          </a:xfrm>
          <a:prstGeom prst="rect">
            <a:avLst/>
          </a:prstGeom>
        </p:spPr>
      </p:pic>
      <p:sp>
        <p:nvSpPr>
          <p:cNvPr id="63" name="ZoneTexte 62">
            <a:extLst>
              <a:ext uri="{FF2B5EF4-FFF2-40B4-BE49-F238E27FC236}">
                <a16:creationId xmlns:a16="http://schemas.microsoft.com/office/drawing/2014/main" id="{73724896-E026-41A5-82D2-B74E2E3783E1}"/>
              </a:ext>
            </a:extLst>
          </p:cNvPr>
          <p:cNvSpPr txBox="1"/>
          <p:nvPr userDrawn="1"/>
        </p:nvSpPr>
        <p:spPr>
          <a:xfrm>
            <a:off x="4872208" y="6995910"/>
            <a:ext cx="1921796" cy="213585"/>
          </a:xfrm>
          <a:prstGeom prst="rect">
            <a:avLst/>
          </a:prstGeom>
          <a:noFill/>
        </p:spPr>
        <p:txBody>
          <a:bodyPr wrap="square" rtlCol="0">
            <a:spAutoFit/>
          </a:bodyPr>
          <a:lstStyle/>
          <a:p>
            <a:r>
              <a:rPr lang="fr-FR" sz="788" u="sng">
                <a:solidFill>
                  <a:schemeClr val="tx2"/>
                </a:solidFill>
                <a:latin typeface="Roboto Lt" pitchFamily="2" charset="0"/>
                <a:ea typeface="Roboto Lt" pitchFamily="2" charset="0"/>
              </a:rPr>
              <a:t>Etudions  :</a:t>
            </a:r>
          </a:p>
        </p:txBody>
      </p:sp>
      <p:grpSp>
        <p:nvGrpSpPr>
          <p:cNvPr id="64" name="Groupe 63">
            <a:extLst>
              <a:ext uri="{FF2B5EF4-FFF2-40B4-BE49-F238E27FC236}">
                <a16:creationId xmlns:a16="http://schemas.microsoft.com/office/drawing/2014/main" id="{A26474C9-8963-4E3D-B424-EF13C195A765}"/>
              </a:ext>
            </a:extLst>
          </p:cNvPr>
          <p:cNvGrpSpPr/>
          <p:nvPr userDrawn="1"/>
        </p:nvGrpSpPr>
        <p:grpSpPr>
          <a:xfrm>
            <a:off x="5414254" y="7115719"/>
            <a:ext cx="649412" cy="739708"/>
            <a:chOff x="10391723" y="1715250"/>
            <a:chExt cx="1154511" cy="512106"/>
          </a:xfrm>
        </p:grpSpPr>
        <p:sp>
          <p:nvSpPr>
            <p:cNvPr id="65" name="Rectangle 64">
              <a:extLst>
                <a:ext uri="{FF2B5EF4-FFF2-40B4-BE49-F238E27FC236}">
                  <a16:creationId xmlns:a16="http://schemas.microsoft.com/office/drawing/2014/main" id="{ED14F3CE-06EB-4427-BD88-1200A7CA2C41}"/>
                </a:ext>
              </a:extLst>
            </p:cNvPr>
            <p:cNvSpPr/>
            <p:nvPr userDrawn="1"/>
          </p:nvSpPr>
          <p:spPr>
            <a:xfrm>
              <a:off x="10663522" y="1715250"/>
              <a:ext cx="556952" cy="230365"/>
            </a:xfrm>
            <a:prstGeom prst="rect">
              <a:avLst/>
            </a:prstGeom>
            <a:solidFill>
              <a:srgbClr val="E6007E"/>
            </a:solidFill>
            <a:ln>
              <a:solidFill>
                <a:srgbClr val="E60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66" name="ZoneTexte 65">
              <a:extLst>
                <a:ext uri="{FF2B5EF4-FFF2-40B4-BE49-F238E27FC236}">
                  <a16:creationId xmlns:a16="http://schemas.microsoft.com/office/drawing/2014/main" id="{DFAB2A47-F94F-4F5B-BB21-B01A3397511A}"/>
                </a:ext>
              </a:extLst>
            </p:cNvPr>
            <p:cNvSpPr txBox="1"/>
            <p:nvPr userDrawn="1"/>
          </p:nvSpPr>
          <p:spPr>
            <a:xfrm>
              <a:off x="10391723" y="2031503"/>
              <a:ext cx="1154511" cy="195853"/>
            </a:xfrm>
            <a:prstGeom prst="rect">
              <a:avLst/>
            </a:prstGeom>
            <a:noFill/>
          </p:spPr>
          <p:txBody>
            <a:bodyPr wrap="square" rtlCol="0">
              <a:spAutoFit/>
            </a:bodyPr>
            <a:lstStyle/>
            <a:p>
              <a:pPr algn="ctr"/>
              <a:r>
                <a:rPr lang="fr-FR" sz="619">
                  <a:latin typeface="Roboto Lt" pitchFamily="2" charset="0"/>
                  <a:ea typeface="Roboto Lt" pitchFamily="2" charset="0"/>
                </a:rPr>
                <a:t>Rose RVB </a:t>
              </a:r>
            </a:p>
            <a:p>
              <a:pPr algn="ctr"/>
              <a:r>
                <a:rPr lang="fr-FR" sz="619">
                  <a:latin typeface="Roboto Lt" pitchFamily="2" charset="0"/>
                  <a:ea typeface="Roboto Lt" pitchFamily="2" charset="0"/>
                </a:rPr>
                <a:t>230/0/126</a:t>
              </a:r>
            </a:p>
          </p:txBody>
        </p:sp>
      </p:grpSp>
      <p:grpSp>
        <p:nvGrpSpPr>
          <p:cNvPr id="67" name="Groupe 66">
            <a:extLst>
              <a:ext uri="{FF2B5EF4-FFF2-40B4-BE49-F238E27FC236}">
                <a16:creationId xmlns:a16="http://schemas.microsoft.com/office/drawing/2014/main" id="{0C685A05-82B3-4083-BC18-B62003FB1EA0}"/>
              </a:ext>
            </a:extLst>
          </p:cNvPr>
          <p:cNvGrpSpPr/>
          <p:nvPr userDrawn="1"/>
        </p:nvGrpSpPr>
        <p:grpSpPr>
          <a:xfrm>
            <a:off x="6048643" y="7134948"/>
            <a:ext cx="649412" cy="834990"/>
            <a:chOff x="10391723" y="1715250"/>
            <a:chExt cx="1154511" cy="578070"/>
          </a:xfrm>
        </p:grpSpPr>
        <p:sp>
          <p:nvSpPr>
            <p:cNvPr id="68" name="Rectangle 67">
              <a:extLst>
                <a:ext uri="{FF2B5EF4-FFF2-40B4-BE49-F238E27FC236}">
                  <a16:creationId xmlns:a16="http://schemas.microsoft.com/office/drawing/2014/main" id="{B6D06859-F87A-4FF2-A2DD-606F2114806D}"/>
                </a:ext>
              </a:extLst>
            </p:cNvPr>
            <p:cNvSpPr/>
            <p:nvPr userDrawn="1"/>
          </p:nvSpPr>
          <p:spPr>
            <a:xfrm>
              <a:off x="10663522" y="1715250"/>
              <a:ext cx="556952" cy="230365"/>
            </a:xfrm>
            <a:prstGeom prst="rect">
              <a:avLst/>
            </a:prstGeom>
            <a:solidFill>
              <a:srgbClr val="009FE3"/>
            </a:solidFill>
            <a:ln>
              <a:solidFill>
                <a:srgbClr val="009F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69" name="ZoneTexte 68">
              <a:extLst>
                <a:ext uri="{FF2B5EF4-FFF2-40B4-BE49-F238E27FC236}">
                  <a16:creationId xmlns:a16="http://schemas.microsoft.com/office/drawing/2014/main" id="{ECCD5CDB-D8CF-4A60-9962-8C8354176D6E}"/>
                </a:ext>
              </a:extLst>
            </p:cNvPr>
            <p:cNvSpPr txBox="1"/>
            <p:nvPr userDrawn="1"/>
          </p:nvSpPr>
          <p:spPr>
            <a:xfrm>
              <a:off x="10391723" y="2031503"/>
              <a:ext cx="1154511" cy="261817"/>
            </a:xfrm>
            <a:prstGeom prst="rect">
              <a:avLst/>
            </a:prstGeom>
            <a:noFill/>
          </p:spPr>
          <p:txBody>
            <a:bodyPr wrap="square" rtlCol="0">
              <a:spAutoFit/>
            </a:bodyPr>
            <a:lstStyle/>
            <a:p>
              <a:pPr algn="ctr"/>
              <a:r>
                <a:rPr lang="fr-FR" sz="619">
                  <a:latin typeface="Roboto Lt" pitchFamily="2" charset="0"/>
                  <a:ea typeface="Roboto Lt" pitchFamily="2" charset="0"/>
                </a:rPr>
                <a:t>Bleu clair RVB </a:t>
              </a:r>
            </a:p>
            <a:p>
              <a:pPr algn="ctr"/>
              <a:r>
                <a:rPr lang="fr-FR" sz="619">
                  <a:latin typeface="Roboto Lt" pitchFamily="2" charset="0"/>
                  <a:ea typeface="Roboto Lt" pitchFamily="2" charset="0"/>
                </a:rPr>
                <a:t>0/159/227</a:t>
              </a:r>
            </a:p>
          </p:txBody>
        </p:sp>
      </p:grpSp>
      <p:grpSp>
        <p:nvGrpSpPr>
          <p:cNvPr id="70" name="Groupe 69">
            <a:extLst>
              <a:ext uri="{FF2B5EF4-FFF2-40B4-BE49-F238E27FC236}">
                <a16:creationId xmlns:a16="http://schemas.microsoft.com/office/drawing/2014/main" id="{DEFACFB1-D0A4-43F9-A573-CD320373C42C}"/>
              </a:ext>
            </a:extLst>
          </p:cNvPr>
          <p:cNvGrpSpPr/>
          <p:nvPr userDrawn="1"/>
        </p:nvGrpSpPr>
        <p:grpSpPr>
          <a:xfrm>
            <a:off x="5364718" y="8442904"/>
            <a:ext cx="748484" cy="834990"/>
            <a:chOff x="10342081" y="1715250"/>
            <a:chExt cx="1330639" cy="578070"/>
          </a:xfrm>
        </p:grpSpPr>
        <p:sp>
          <p:nvSpPr>
            <p:cNvPr id="71" name="Rectangle 70">
              <a:extLst>
                <a:ext uri="{FF2B5EF4-FFF2-40B4-BE49-F238E27FC236}">
                  <a16:creationId xmlns:a16="http://schemas.microsoft.com/office/drawing/2014/main" id="{3F55AA99-AE06-4A64-9F41-54E06BF48F05}"/>
                </a:ext>
              </a:extLst>
            </p:cNvPr>
            <p:cNvSpPr/>
            <p:nvPr userDrawn="1"/>
          </p:nvSpPr>
          <p:spPr>
            <a:xfrm>
              <a:off x="10663522" y="1715250"/>
              <a:ext cx="556952" cy="230365"/>
            </a:xfrm>
            <a:prstGeom prst="rect">
              <a:avLst/>
            </a:prstGeom>
            <a:solidFill>
              <a:srgbClr val="86BC25"/>
            </a:solidFill>
            <a:ln>
              <a:solidFill>
                <a:srgbClr val="86BC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72" name="ZoneTexte 71">
              <a:extLst>
                <a:ext uri="{FF2B5EF4-FFF2-40B4-BE49-F238E27FC236}">
                  <a16:creationId xmlns:a16="http://schemas.microsoft.com/office/drawing/2014/main" id="{1A8959C1-4C03-4B29-A403-C558C6CA84A7}"/>
                </a:ext>
              </a:extLst>
            </p:cNvPr>
            <p:cNvSpPr txBox="1"/>
            <p:nvPr userDrawn="1"/>
          </p:nvSpPr>
          <p:spPr>
            <a:xfrm>
              <a:off x="10342081" y="2031503"/>
              <a:ext cx="1330639" cy="261817"/>
            </a:xfrm>
            <a:prstGeom prst="rect">
              <a:avLst/>
            </a:prstGeom>
            <a:noFill/>
          </p:spPr>
          <p:txBody>
            <a:bodyPr wrap="square" rtlCol="0">
              <a:spAutoFit/>
            </a:bodyPr>
            <a:lstStyle/>
            <a:p>
              <a:pPr algn="ctr"/>
              <a:r>
                <a:rPr lang="fr-FR" sz="619">
                  <a:latin typeface="Roboto Lt" pitchFamily="2" charset="0"/>
                  <a:ea typeface="Roboto Lt" pitchFamily="2" charset="0"/>
                </a:rPr>
                <a:t>Vert étudions RVB </a:t>
              </a:r>
            </a:p>
            <a:p>
              <a:pPr algn="ctr"/>
              <a:r>
                <a:rPr lang="fr-FR" sz="619">
                  <a:latin typeface="Roboto Lt" pitchFamily="2" charset="0"/>
                  <a:ea typeface="Roboto Lt" pitchFamily="2" charset="0"/>
                </a:rPr>
                <a:t>0/159/227</a:t>
              </a:r>
            </a:p>
          </p:txBody>
        </p:sp>
      </p:grpSp>
      <p:grpSp>
        <p:nvGrpSpPr>
          <p:cNvPr id="73" name="Groupe 72">
            <a:extLst>
              <a:ext uri="{FF2B5EF4-FFF2-40B4-BE49-F238E27FC236}">
                <a16:creationId xmlns:a16="http://schemas.microsoft.com/office/drawing/2014/main" id="{BDCF073C-E7CB-44EB-9706-5254537C892A}"/>
              </a:ext>
            </a:extLst>
          </p:cNvPr>
          <p:cNvGrpSpPr/>
          <p:nvPr userDrawn="1"/>
        </p:nvGrpSpPr>
        <p:grpSpPr>
          <a:xfrm>
            <a:off x="6048643" y="8436506"/>
            <a:ext cx="649412" cy="834990"/>
            <a:chOff x="10391723" y="1715250"/>
            <a:chExt cx="1154511" cy="578070"/>
          </a:xfrm>
        </p:grpSpPr>
        <p:sp>
          <p:nvSpPr>
            <p:cNvPr id="74" name="Rectangle 73">
              <a:extLst>
                <a:ext uri="{FF2B5EF4-FFF2-40B4-BE49-F238E27FC236}">
                  <a16:creationId xmlns:a16="http://schemas.microsoft.com/office/drawing/2014/main" id="{C5FA0AA3-6221-412A-9F56-05FB2A8C2DEA}"/>
                </a:ext>
              </a:extLst>
            </p:cNvPr>
            <p:cNvSpPr/>
            <p:nvPr userDrawn="1"/>
          </p:nvSpPr>
          <p:spPr>
            <a:xfrm>
              <a:off x="10663522" y="1715250"/>
              <a:ext cx="556952" cy="230365"/>
            </a:xfrm>
            <a:prstGeom prst="rect">
              <a:avLst/>
            </a:prstGeom>
            <a:solidFill>
              <a:srgbClr val="E8E100"/>
            </a:solidFill>
            <a:ln>
              <a:solidFill>
                <a:srgbClr val="E8E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75" name="ZoneTexte 74">
              <a:extLst>
                <a:ext uri="{FF2B5EF4-FFF2-40B4-BE49-F238E27FC236}">
                  <a16:creationId xmlns:a16="http://schemas.microsoft.com/office/drawing/2014/main" id="{48693CF6-2DC8-44EE-9A0D-9D7BA4E51658}"/>
                </a:ext>
              </a:extLst>
            </p:cNvPr>
            <p:cNvSpPr txBox="1"/>
            <p:nvPr userDrawn="1"/>
          </p:nvSpPr>
          <p:spPr>
            <a:xfrm>
              <a:off x="10391723" y="2031503"/>
              <a:ext cx="1154511" cy="261817"/>
            </a:xfrm>
            <a:prstGeom prst="rect">
              <a:avLst/>
            </a:prstGeom>
            <a:noFill/>
          </p:spPr>
          <p:txBody>
            <a:bodyPr wrap="square" rtlCol="0">
              <a:spAutoFit/>
            </a:bodyPr>
            <a:lstStyle/>
            <a:p>
              <a:pPr algn="ctr"/>
              <a:r>
                <a:rPr lang="fr-FR" sz="619">
                  <a:latin typeface="Roboto Lt" pitchFamily="2" charset="0"/>
                  <a:ea typeface="Roboto Lt" pitchFamily="2" charset="0"/>
                </a:rPr>
                <a:t>Vert clair RVB </a:t>
              </a:r>
            </a:p>
            <a:p>
              <a:pPr algn="ctr"/>
              <a:r>
                <a:rPr lang="fr-FR" sz="619">
                  <a:latin typeface="Roboto Lt" pitchFamily="2" charset="0"/>
                  <a:ea typeface="Roboto Lt" pitchFamily="2" charset="0"/>
                </a:rPr>
                <a:t>232/225/0</a:t>
              </a:r>
            </a:p>
          </p:txBody>
        </p:sp>
      </p:grpSp>
      <p:cxnSp>
        <p:nvCxnSpPr>
          <p:cNvPr id="77" name="Connecteur droit 76">
            <a:extLst>
              <a:ext uri="{FF2B5EF4-FFF2-40B4-BE49-F238E27FC236}">
                <a16:creationId xmlns:a16="http://schemas.microsoft.com/office/drawing/2014/main" id="{923D4554-68E3-405E-A0E6-5DDD398B78AC}"/>
              </a:ext>
            </a:extLst>
          </p:cNvPr>
          <p:cNvCxnSpPr/>
          <p:nvPr userDrawn="1"/>
        </p:nvCxnSpPr>
        <p:spPr>
          <a:xfrm>
            <a:off x="4834890" y="3722254"/>
            <a:ext cx="1905433"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5373EE2B-78D4-4CA6-8E24-B02D8396A7EB}"/>
              </a:ext>
            </a:extLst>
          </p:cNvPr>
          <p:cNvCxnSpPr/>
          <p:nvPr userDrawn="1"/>
        </p:nvCxnSpPr>
        <p:spPr>
          <a:xfrm>
            <a:off x="4872207" y="6704060"/>
            <a:ext cx="1905433"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9" name="Groupe 78">
            <a:extLst>
              <a:ext uri="{FF2B5EF4-FFF2-40B4-BE49-F238E27FC236}">
                <a16:creationId xmlns:a16="http://schemas.microsoft.com/office/drawing/2014/main" id="{A75C52BF-40FD-490A-A2AB-7B38EB18E234}"/>
              </a:ext>
            </a:extLst>
          </p:cNvPr>
          <p:cNvGrpSpPr/>
          <p:nvPr userDrawn="1"/>
        </p:nvGrpSpPr>
        <p:grpSpPr>
          <a:xfrm>
            <a:off x="2487306" y="5716337"/>
            <a:ext cx="2303459" cy="3826395"/>
            <a:chOff x="4144786" y="3805063"/>
            <a:chExt cx="4095039" cy="2649042"/>
          </a:xfrm>
        </p:grpSpPr>
        <p:grpSp>
          <p:nvGrpSpPr>
            <p:cNvPr id="80" name="Groupe 79">
              <a:extLst>
                <a:ext uri="{FF2B5EF4-FFF2-40B4-BE49-F238E27FC236}">
                  <a16:creationId xmlns:a16="http://schemas.microsoft.com/office/drawing/2014/main" id="{B84F8186-72F9-4006-8DFD-12EF021D3688}"/>
                </a:ext>
              </a:extLst>
            </p:cNvPr>
            <p:cNvGrpSpPr/>
            <p:nvPr userDrawn="1"/>
          </p:nvGrpSpPr>
          <p:grpSpPr>
            <a:xfrm>
              <a:off x="4694679" y="4357530"/>
              <a:ext cx="1354975" cy="856738"/>
              <a:chOff x="4694679" y="2258967"/>
              <a:chExt cx="1354975" cy="856738"/>
            </a:xfrm>
          </p:grpSpPr>
          <p:sp>
            <p:nvSpPr>
              <p:cNvPr id="94" name="Ellipse 93">
                <a:extLst>
                  <a:ext uri="{FF2B5EF4-FFF2-40B4-BE49-F238E27FC236}">
                    <a16:creationId xmlns:a16="http://schemas.microsoft.com/office/drawing/2014/main" id="{F92B5E4F-97BD-4FD4-8251-B7ECC5B46C89}"/>
                  </a:ext>
                </a:extLst>
              </p:cNvPr>
              <p:cNvSpPr/>
              <p:nvPr userDrawn="1"/>
            </p:nvSpPr>
            <p:spPr>
              <a:xfrm>
                <a:off x="5106159" y="2258967"/>
                <a:ext cx="532014" cy="523702"/>
              </a:xfrm>
              <a:prstGeom prst="ellipse">
                <a:avLst/>
              </a:prstGeom>
              <a:solidFill>
                <a:srgbClr val="0071B9"/>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95" name="ZoneTexte 94">
                <a:extLst>
                  <a:ext uri="{FF2B5EF4-FFF2-40B4-BE49-F238E27FC236}">
                    <a16:creationId xmlns:a16="http://schemas.microsoft.com/office/drawing/2014/main" id="{D8FF19E9-B5A2-4C47-B62C-964ACCA81ACE}"/>
                  </a:ext>
                </a:extLst>
              </p:cNvPr>
              <p:cNvSpPr txBox="1"/>
              <p:nvPr userDrawn="1"/>
            </p:nvSpPr>
            <p:spPr>
              <a:xfrm>
                <a:off x="4694679" y="2812071"/>
                <a:ext cx="1354975" cy="303634"/>
              </a:xfrm>
              <a:prstGeom prst="rect">
                <a:avLst/>
              </a:prstGeom>
              <a:noFill/>
            </p:spPr>
            <p:txBody>
              <a:bodyPr wrap="square" rtlCol="0">
                <a:spAutoFit/>
              </a:bodyPr>
              <a:lstStyle/>
              <a:p>
                <a:pPr algn="ctr"/>
                <a:r>
                  <a:rPr lang="fr-FR" sz="900"/>
                  <a:t>Bleu </a:t>
                </a:r>
                <a:r>
                  <a:rPr lang="fr-FR" sz="900" err="1"/>
                  <a:t>ifac</a:t>
                </a:r>
                <a:r>
                  <a:rPr lang="fr-FR" sz="900"/>
                  <a:t> </a:t>
                </a:r>
              </a:p>
              <a:p>
                <a:pPr algn="ctr"/>
                <a:r>
                  <a:rPr lang="fr-FR" sz="675"/>
                  <a:t>RVB : 0 / 113 / 185</a:t>
                </a:r>
              </a:p>
            </p:txBody>
          </p:sp>
        </p:grpSp>
        <p:grpSp>
          <p:nvGrpSpPr>
            <p:cNvPr id="81" name="Groupe 80">
              <a:extLst>
                <a:ext uri="{FF2B5EF4-FFF2-40B4-BE49-F238E27FC236}">
                  <a16:creationId xmlns:a16="http://schemas.microsoft.com/office/drawing/2014/main" id="{B3425949-94F3-47CD-B75C-506747573D7D}"/>
                </a:ext>
              </a:extLst>
            </p:cNvPr>
            <p:cNvGrpSpPr/>
            <p:nvPr userDrawn="1"/>
          </p:nvGrpSpPr>
          <p:grpSpPr>
            <a:xfrm>
              <a:off x="6142348" y="4371905"/>
              <a:ext cx="1521987" cy="923872"/>
              <a:chOff x="4694679" y="2287717"/>
              <a:chExt cx="1521987" cy="923872"/>
            </a:xfrm>
          </p:grpSpPr>
          <p:sp>
            <p:nvSpPr>
              <p:cNvPr id="92" name="Ellipse 91">
                <a:extLst>
                  <a:ext uri="{FF2B5EF4-FFF2-40B4-BE49-F238E27FC236}">
                    <a16:creationId xmlns:a16="http://schemas.microsoft.com/office/drawing/2014/main" id="{4CC74757-EB1C-4A9F-82E7-075B2CDA5DF0}"/>
                  </a:ext>
                </a:extLst>
              </p:cNvPr>
              <p:cNvSpPr/>
              <p:nvPr userDrawn="1"/>
            </p:nvSpPr>
            <p:spPr>
              <a:xfrm>
                <a:off x="5189665" y="2287717"/>
                <a:ext cx="532014" cy="523702"/>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93" name="ZoneTexte 92">
                <a:extLst>
                  <a:ext uri="{FF2B5EF4-FFF2-40B4-BE49-F238E27FC236}">
                    <a16:creationId xmlns:a16="http://schemas.microsoft.com/office/drawing/2014/main" id="{F05F632F-DE9D-45B1-8AC8-451E4ED97151}"/>
                  </a:ext>
                </a:extLst>
              </p:cNvPr>
              <p:cNvSpPr txBox="1"/>
              <p:nvPr userDrawn="1"/>
            </p:nvSpPr>
            <p:spPr>
              <a:xfrm>
                <a:off x="4694679" y="2812071"/>
                <a:ext cx="1521987" cy="399518"/>
              </a:xfrm>
              <a:prstGeom prst="rect">
                <a:avLst/>
              </a:prstGeom>
              <a:noFill/>
            </p:spPr>
            <p:txBody>
              <a:bodyPr wrap="square" rtlCol="0">
                <a:spAutoFit/>
              </a:bodyPr>
              <a:lstStyle/>
              <a:p>
                <a:pPr algn="ctr"/>
                <a:r>
                  <a:rPr lang="fr-FR" sz="900" spc="-84"/>
                  <a:t>Orange formations</a:t>
                </a:r>
              </a:p>
              <a:p>
                <a:pPr algn="ctr"/>
                <a:r>
                  <a:rPr lang="fr-FR" sz="675"/>
                  <a:t>RVB : 244 / 159 / 13</a:t>
                </a:r>
              </a:p>
            </p:txBody>
          </p:sp>
        </p:grpSp>
        <p:sp>
          <p:nvSpPr>
            <p:cNvPr id="82" name="ZoneTexte 81">
              <a:extLst>
                <a:ext uri="{FF2B5EF4-FFF2-40B4-BE49-F238E27FC236}">
                  <a16:creationId xmlns:a16="http://schemas.microsoft.com/office/drawing/2014/main" id="{37DB7401-503D-4BCD-9C09-3C102B1D2C9D}"/>
                </a:ext>
              </a:extLst>
            </p:cNvPr>
            <p:cNvSpPr txBox="1"/>
            <p:nvPr userDrawn="1"/>
          </p:nvSpPr>
          <p:spPr>
            <a:xfrm>
              <a:off x="5185378" y="3805063"/>
              <a:ext cx="1913940" cy="171837"/>
            </a:xfrm>
            <a:prstGeom prst="rect">
              <a:avLst/>
            </a:prstGeom>
            <a:noFill/>
          </p:spPr>
          <p:txBody>
            <a:bodyPr wrap="square" rtlCol="0">
              <a:spAutoFit/>
            </a:bodyPr>
            <a:lstStyle/>
            <a:p>
              <a:r>
                <a:rPr lang="fr-FR" sz="1013" u="sng">
                  <a:solidFill>
                    <a:schemeClr val="tx2"/>
                  </a:solidFill>
                  <a:effectLst/>
                  <a:latin typeface="Roboto Lt" pitchFamily="2" charset="0"/>
                  <a:ea typeface="Roboto Lt" pitchFamily="2" charset="0"/>
                </a:rPr>
                <a:t>Les formations</a:t>
              </a:r>
            </a:p>
          </p:txBody>
        </p:sp>
        <p:grpSp>
          <p:nvGrpSpPr>
            <p:cNvPr id="83" name="Groupe 82">
              <a:extLst>
                <a:ext uri="{FF2B5EF4-FFF2-40B4-BE49-F238E27FC236}">
                  <a16:creationId xmlns:a16="http://schemas.microsoft.com/office/drawing/2014/main" id="{C2F11E80-BF7B-46F2-A616-94B7D82DAC10}"/>
                </a:ext>
              </a:extLst>
            </p:cNvPr>
            <p:cNvGrpSpPr/>
            <p:nvPr userDrawn="1"/>
          </p:nvGrpSpPr>
          <p:grpSpPr>
            <a:xfrm>
              <a:off x="4144786" y="5728522"/>
              <a:ext cx="1424726" cy="689628"/>
              <a:chOff x="4694679" y="2287717"/>
              <a:chExt cx="1521987" cy="736707"/>
            </a:xfrm>
          </p:grpSpPr>
          <p:sp>
            <p:nvSpPr>
              <p:cNvPr id="90" name="Ellipse 89">
                <a:extLst>
                  <a:ext uri="{FF2B5EF4-FFF2-40B4-BE49-F238E27FC236}">
                    <a16:creationId xmlns:a16="http://schemas.microsoft.com/office/drawing/2014/main" id="{3D4A1C59-C19C-4DF9-A4A6-CFA402DDF46C}"/>
                  </a:ext>
                </a:extLst>
              </p:cNvPr>
              <p:cNvSpPr/>
              <p:nvPr userDrawn="1"/>
            </p:nvSpPr>
            <p:spPr>
              <a:xfrm>
                <a:off x="5189665" y="2287717"/>
                <a:ext cx="532014" cy="52370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91" name="ZoneTexte 90">
                <a:extLst>
                  <a:ext uri="{FF2B5EF4-FFF2-40B4-BE49-F238E27FC236}">
                    <a16:creationId xmlns:a16="http://schemas.microsoft.com/office/drawing/2014/main" id="{ADDE5B5C-EB6E-4C11-9101-86475A263046}"/>
                  </a:ext>
                </a:extLst>
              </p:cNvPr>
              <p:cNvSpPr txBox="1"/>
              <p:nvPr userDrawn="1"/>
            </p:nvSpPr>
            <p:spPr>
              <a:xfrm>
                <a:off x="4694679" y="2812071"/>
                <a:ext cx="1521987" cy="212353"/>
              </a:xfrm>
              <a:prstGeom prst="rect">
                <a:avLst/>
              </a:prstGeom>
              <a:noFill/>
            </p:spPr>
            <p:txBody>
              <a:bodyPr wrap="square" rtlCol="0">
                <a:spAutoFit/>
              </a:bodyPr>
              <a:lstStyle/>
              <a:p>
                <a:pPr algn="ctr"/>
                <a:r>
                  <a:rPr lang="fr-FR" sz="675"/>
                  <a:t>Vert </a:t>
                </a:r>
                <a:r>
                  <a:rPr lang="fr-FR" sz="675" err="1"/>
                  <a:t>bafa</a:t>
                </a:r>
                <a:r>
                  <a:rPr lang="fr-FR" sz="675"/>
                  <a:t> </a:t>
                </a:r>
              </a:p>
              <a:p>
                <a:pPr algn="ctr"/>
                <a:r>
                  <a:rPr lang="fr-FR" sz="591"/>
                  <a:t>RVB : 187 /204 / 0</a:t>
                </a:r>
              </a:p>
            </p:txBody>
          </p:sp>
        </p:grpSp>
        <p:grpSp>
          <p:nvGrpSpPr>
            <p:cNvPr id="84" name="Groupe 83">
              <a:extLst>
                <a:ext uri="{FF2B5EF4-FFF2-40B4-BE49-F238E27FC236}">
                  <a16:creationId xmlns:a16="http://schemas.microsoft.com/office/drawing/2014/main" id="{6A88DDF2-14AA-4066-AE81-CB3EA095531C}"/>
                </a:ext>
              </a:extLst>
            </p:cNvPr>
            <p:cNvGrpSpPr/>
            <p:nvPr userDrawn="1"/>
          </p:nvGrpSpPr>
          <p:grpSpPr>
            <a:xfrm>
              <a:off x="5390375" y="5701531"/>
              <a:ext cx="1424726" cy="752574"/>
              <a:chOff x="4694679" y="2287717"/>
              <a:chExt cx="1521987" cy="803950"/>
            </a:xfrm>
          </p:grpSpPr>
          <p:sp>
            <p:nvSpPr>
              <p:cNvPr id="88" name="Ellipse 87">
                <a:extLst>
                  <a:ext uri="{FF2B5EF4-FFF2-40B4-BE49-F238E27FC236}">
                    <a16:creationId xmlns:a16="http://schemas.microsoft.com/office/drawing/2014/main" id="{7C32B485-3EF0-467C-9350-CF5A6A3BE187}"/>
                  </a:ext>
                </a:extLst>
              </p:cNvPr>
              <p:cNvSpPr/>
              <p:nvPr userDrawn="1"/>
            </p:nvSpPr>
            <p:spPr>
              <a:xfrm>
                <a:off x="5189665" y="2287717"/>
                <a:ext cx="532014" cy="523702"/>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89" name="ZoneTexte 88">
                <a:extLst>
                  <a:ext uri="{FF2B5EF4-FFF2-40B4-BE49-F238E27FC236}">
                    <a16:creationId xmlns:a16="http://schemas.microsoft.com/office/drawing/2014/main" id="{10007F5D-0E88-4E92-A4F4-2852C6E931B8}"/>
                  </a:ext>
                </a:extLst>
              </p:cNvPr>
              <p:cNvSpPr txBox="1"/>
              <p:nvPr userDrawn="1"/>
            </p:nvSpPr>
            <p:spPr>
              <a:xfrm>
                <a:off x="4694679" y="2812071"/>
                <a:ext cx="1521987" cy="279596"/>
              </a:xfrm>
              <a:prstGeom prst="rect">
                <a:avLst/>
              </a:prstGeom>
              <a:noFill/>
            </p:spPr>
            <p:txBody>
              <a:bodyPr wrap="square" rtlCol="0">
                <a:spAutoFit/>
              </a:bodyPr>
              <a:lstStyle/>
              <a:p>
                <a:pPr algn="ctr"/>
                <a:r>
                  <a:rPr lang="fr-FR" sz="675"/>
                  <a:t>Violet </a:t>
                </a:r>
                <a:r>
                  <a:rPr lang="fr-FR" sz="675" err="1"/>
                  <a:t>bafa</a:t>
                </a:r>
                <a:r>
                  <a:rPr lang="fr-FR" sz="675"/>
                  <a:t> et FPE </a:t>
                </a:r>
              </a:p>
              <a:p>
                <a:pPr algn="ctr"/>
                <a:r>
                  <a:rPr lang="fr-FR" sz="591"/>
                  <a:t>RVB : 172 / 109 /166</a:t>
                </a:r>
              </a:p>
            </p:txBody>
          </p:sp>
        </p:grpSp>
        <p:grpSp>
          <p:nvGrpSpPr>
            <p:cNvPr id="85" name="Groupe 84">
              <a:extLst>
                <a:ext uri="{FF2B5EF4-FFF2-40B4-BE49-F238E27FC236}">
                  <a16:creationId xmlns:a16="http://schemas.microsoft.com/office/drawing/2014/main" id="{A481697E-845A-4A8C-BF0F-9264042488C1}"/>
                </a:ext>
              </a:extLst>
            </p:cNvPr>
            <p:cNvGrpSpPr/>
            <p:nvPr userDrawn="1"/>
          </p:nvGrpSpPr>
          <p:grpSpPr>
            <a:xfrm>
              <a:off x="6815099" y="5701530"/>
              <a:ext cx="1424726" cy="689628"/>
              <a:chOff x="4694679" y="2287717"/>
              <a:chExt cx="1521987" cy="736707"/>
            </a:xfrm>
          </p:grpSpPr>
          <p:sp>
            <p:nvSpPr>
              <p:cNvPr id="86" name="Ellipse 85">
                <a:extLst>
                  <a:ext uri="{FF2B5EF4-FFF2-40B4-BE49-F238E27FC236}">
                    <a16:creationId xmlns:a16="http://schemas.microsoft.com/office/drawing/2014/main" id="{E60658FB-8594-4E3F-9C6A-47BF615F4443}"/>
                  </a:ext>
                </a:extLst>
              </p:cNvPr>
              <p:cNvSpPr/>
              <p:nvPr userDrawn="1"/>
            </p:nvSpPr>
            <p:spPr>
              <a:xfrm>
                <a:off x="5189665" y="2287717"/>
                <a:ext cx="532014" cy="523702"/>
              </a:xfrm>
              <a:prstGeom prst="ellipse">
                <a:avLst/>
              </a:prstGeom>
              <a:solidFill>
                <a:srgbClr val="35B6B4"/>
              </a:solidFill>
              <a:ln>
                <a:solidFill>
                  <a:srgbClr val="35B6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87" name="ZoneTexte 86">
                <a:extLst>
                  <a:ext uri="{FF2B5EF4-FFF2-40B4-BE49-F238E27FC236}">
                    <a16:creationId xmlns:a16="http://schemas.microsoft.com/office/drawing/2014/main" id="{04C289AC-0639-4A68-8449-864095650FE9}"/>
                  </a:ext>
                </a:extLst>
              </p:cNvPr>
              <p:cNvSpPr txBox="1"/>
              <p:nvPr userDrawn="1"/>
            </p:nvSpPr>
            <p:spPr>
              <a:xfrm>
                <a:off x="4694679" y="2812071"/>
                <a:ext cx="1521987" cy="212353"/>
              </a:xfrm>
              <a:prstGeom prst="rect">
                <a:avLst/>
              </a:prstGeom>
              <a:noFill/>
            </p:spPr>
            <p:txBody>
              <a:bodyPr wrap="square" rtlCol="0">
                <a:spAutoFit/>
              </a:bodyPr>
              <a:lstStyle/>
              <a:p>
                <a:pPr algn="ctr"/>
                <a:r>
                  <a:rPr lang="fr-FR" sz="675"/>
                  <a:t>Turquoise FPE</a:t>
                </a:r>
              </a:p>
              <a:p>
                <a:pPr algn="ctr"/>
                <a:r>
                  <a:rPr lang="fr-FR" sz="591"/>
                  <a:t>RVB : 46 / 181 /178</a:t>
                </a:r>
              </a:p>
            </p:txBody>
          </p:sp>
        </p:grpSp>
      </p:grpSp>
      <p:sp>
        <p:nvSpPr>
          <p:cNvPr id="96" name="ZoneTexte 95">
            <a:extLst>
              <a:ext uri="{FF2B5EF4-FFF2-40B4-BE49-F238E27FC236}">
                <a16:creationId xmlns:a16="http://schemas.microsoft.com/office/drawing/2014/main" id="{D539DDB1-BF8F-4CDD-A0DF-7855BB255B88}"/>
              </a:ext>
            </a:extLst>
          </p:cNvPr>
          <p:cNvSpPr txBox="1"/>
          <p:nvPr userDrawn="1"/>
        </p:nvSpPr>
        <p:spPr>
          <a:xfrm>
            <a:off x="135953" y="2406648"/>
            <a:ext cx="2421840" cy="715709"/>
          </a:xfrm>
          <a:prstGeom prst="rect">
            <a:avLst/>
          </a:prstGeom>
          <a:noFill/>
        </p:spPr>
        <p:txBody>
          <a:bodyPr wrap="square" rtlCol="0">
            <a:spAutoFit/>
          </a:bodyPr>
          <a:lstStyle/>
          <a:p>
            <a:r>
              <a:rPr lang="fr-FR" sz="1013" u="sng">
                <a:solidFill>
                  <a:schemeClr val="tx2"/>
                </a:solidFill>
                <a:effectLst/>
                <a:latin typeface="The Bold Font" pitchFamily="2" charset="0"/>
              </a:rPr>
              <a:t>PALETTE DE COULEURS : </a:t>
            </a:r>
          </a:p>
          <a:p>
            <a:pPr marL="0" marR="0" lvl="0" indent="0" algn="l" defTabSz="514350" rtl="0" eaLnBrk="1" fontAlgn="auto" latinLnBrk="0" hangingPunct="1">
              <a:lnSpc>
                <a:spcPct val="100000"/>
              </a:lnSpc>
              <a:spcBef>
                <a:spcPts val="0"/>
              </a:spcBef>
              <a:spcAft>
                <a:spcPts val="0"/>
              </a:spcAft>
              <a:buClrTx/>
              <a:buSzTx/>
              <a:buFontTx/>
              <a:buNone/>
              <a:tabLst/>
              <a:defRPr/>
            </a:pPr>
            <a:r>
              <a:rPr lang="fr-FR" sz="675">
                <a:latin typeface="Roboto Lt" pitchFamily="2" charset="0"/>
                <a:ea typeface="Roboto Lt" pitchFamily="2" charset="0"/>
              </a:rPr>
              <a:t>Pour intégrer les codes RVB : cliquer sur la palette personnalisée une fois dans la palette  </a:t>
            </a:r>
            <a:r>
              <a:rPr lang="fr-FR" sz="675" b="1">
                <a:latin typeface="Roboto Lt" pitchFamily="2" charset="0"/>
                <a:ea typeface="Roboto Lt" pitchFamily="2" charset="0"/>
              </a:rPr>
              <a:t>« autres couleurs » </a:t>
            </a:r>
            <a:r>
              <a:rPr lang="fr-FR" sz="675">
                <a:latin typeface="Roboto Lt" pitchFamily="2" charset="0"/>
                <a:ea typeface="Roboto Lt" pitchFamily="2" charset="0"/>
              </a:rPr>
              <a:t>(pipette, texte ou formes) </a:t>
            </a:r>
          </a:p>
          <a:p>
            <a:endParaRPr lang="fr-FR" sz="1013" u="sng">
              <a:solidFill>
                <a:schemeClr val="tx2"/>
              </a:solidFill>
              <a:effectLst/>
              <a:latin typeface="The Bold Font" pitchFamily="2" charset="0"/>
            </a:endParaRPr>
          </a:p>
        </p:txBody>
      </p:sp>
      <p:pic>
        <p:nvPicPr>
          <p:cNvPr id="97" name="Image 96">
            <a:extLst>
              <a:ext uri="{FF2B5EF4-FFF2-40B4-BE49-F238E27FC236}">
                <a16:creationId xmlns:a16="http://schemas.microsoft.com/office/drawing/2014/main" id="{D97A6AA2-9FC7-4EFA-9C0D-CBBD3D242F81}"/>
              </a:ext>
            </a:extLst>
          </p:cNvPr>
          <p:cNvPicPr>
            <a:picLocks noChangeAspect="1"/>
          </p:cNvPicPr>
          <p:nvPr userDrawn="1"/>
        </p:nvPicPr>
        <p:blipFill rotWithShape="1">
          <a:blip r:embed="rId5"/>
          <a:srcRect l="17730" t="12398" r="77316" b="57162"/>
          <a:stretch/>
        </p:blipFill>
        <p:spPr>
          <a:xfrm>
            <a:off x="453202" y="3812150"/>
            <a:ext cx="572973" cy="2712330"/>
          </a:xfrm>
          <a:prstGeom prst="rect">
            <a:avLst/>
          </a:prstGeom>
        </p:spPr>
      </p:pic>
      <p:sp>
        <p:nvSpPr>
          <p:cNvPr id="98" name="Ellipse 97">
            <a:extLst>
              <a:ext uri="{FF2B5EF4-FFF2-40B4-BE49-F238E27FC236}">
                <a16:creationId xmlns:a16="http://schemas.microsoft.com/office/drawing/2014/main" id="{A5C95747-1342-4897-B41E-7D8E01D8B976}"/>
              </a:ext>
            </a:extLst>
          </p:cNvPr>
          <p:cNvSpPr/>
          <p:nvPr userDrawn="1"/>
        </p:nvSpPr>
        <p:spPr>
          <a:xfrm>
            <a:off x="461244" y="5824789"/>
            <a:ext cx="532629" cy="75645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Tree>
    <p:extLst>
      <p:ext uri="{BB962C8B-B14F-4D97-AF65-F5344CB8AC3E}">
        <p14:creationId xmlns:p14="http://schemas.microsoft.com/office/powerpoint/2010/main" val="2979551807"/>
      </p:ext>
    </p:extLst>
  </p:cSld>
  <p:clrMap bg1="lt1" tx1="dk1" bg2="lt2" tx2="dk2" accent1="accent1" accent2="accent2" accent3="accent3" accent4="accent4" accent5="accent5" accent6="accent6" hlink="hlink" folHlink="folHlink"/>
  <p:sldLayoutIdLst>
    <p:sldLayoutId id="2147483793" r:id="rId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809E045A-A293-47ED-B087-287D4AD3594A}"/>
              </a:ext>
            </a:extLst>
          </p:cNvPr>
          <p:cNvSpPr/>
          <p:nvPr userDrawn="1"/>
        </p:nvSpPr>
        <p:spPr>
          <a:xfrm>
            <a:off x="201306" y="366533"/>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8" name="Image 7">
            <a:extLst>
              <a:ext uri="{FF2B5EF4-FFF2-40B4-BE49-F238E27FC236}">
                <a16:creationId xmlns:a16="http://schemas.microsoft.com/office/drawing/2014/main" id="{AE3E80C0-0CCF-4982-B438-C616C8CA3727}"/>
              </a:ext>
            </a:extLst>
          </p:cNvPr>
          <p:cNvPicPr>
            <a:picLocks noChangeAspect="1"/>
          </p:cNvPicPr>
          <p:nvPr userDrawn="1"/>
        </p:nvPicPr>
        <p:blipFill>
          <a:blip r:embed="rId3"/>
          <a:stretch>
            <a:fillRect/>
          </a:stretch>
        </p:blipFill>
        <p:spPr>
          <a:xfrm>
            <a:off x="284127" y="729381"/>
            <a:ext cx="497177" cy="993700"/>
          </a:xfrm>
          <a:prstGeom prst="rect">
            <a:avLst/>
          </a:prstGeom>
        </p:spPr>
      </p:pic>
      <p:sp>
        <p:nvSpPr>
          <p:cNvPr id="9" name="ZoneTexte 8">
            <a:extLst>
              <a:ext uri="{FF2B5EF4-FFF2-40B4-BE49-F238E27FC236}">
                <a16:creationId xmlns:a16="http://schemas.microsoft.com/office/drawing/2014/main" id="{40E2E0C3-C91D-498B-831D-8776C1E00235}"/>
              </a:ext>
            </a:extLst>
          </p:cNvPr>
          <p:cNvSpPr txBox="1"/>
          <p:nvPr userDrawn="1"/>
        </p:nvSpPr>
        <p:spPr>
          <a:xfrm>
            <a:off x="1052696" y="586664"/>
            <a:ext cx="4566008" cy="300082"/>
          </a:xfrm>
          <a:prstGeom prst="rect">
            <a:avLst/>
          </a:prstGeom>
          <a:noFill/>
        </p:spPr>
        <p:txBody>
          <a:bodyPr wrap="square" rtlCol="0">
            <a:spAutoFit/>
          </a:bodyPr>
          <a:lstStyle/>
          <a:p>
            <a:r>
              <a:rPr lang="fr-FR" sz="1350" u="sng">
                <a:solidFill>
                  <a:schemeClr val="tx2"/>
                </a:solidFill>
                <a:effectLst/>
                <a:latin typeface="The Bold Font" pitchFamily="2" charset="0"/>
              </a:rPr>
              <a:t>Note relative à l’utilisation du logo </a:t>
            </a:r>
            <a:r>
              <a:rPr lang="fr-FR" sz="1350" u="sng" err="1">
                <a:solidFill>
                  <a:schemeClr val="tx2"/>
                </a:solidFill>
                <a:effectLst/>
                <a:latin typeface="The Bold Font" pitchFamily="2" charset="0"/>
              </a:rPr>
              <a:t>Qualiopi</a:t>
            </a:r>
            <a:endParaRPr lang="fr-FR" sz="1350" u="sng">
              <a:solidFill>
                <a:schemeClr val="tx2"/>
              </a:solidFill>
              <a:effectLst/>
              <a:latin typeface="The Bold Font" pitchFamily="2" charset="0"/>
            </a:endParaRPr>
          </a:p>
        </p:txBody>
      </p:sp>
      <p:sp>
        <p:nvSpPr>
          <p:cNvPr id="96" name="ZoneTexte 95">
            <a:extLst>
              <a:ext uri="{FF2B5EF4-FFF2-40B4-BE49-F238E27FC236}">
                <a16:creationId xmlns:a16="http://schemas.microsoft.com/office/drawing/2014/main" id="{D539DDB1-BF8F-4CDD-A0DF-7855BB255B88}"/>
              </a:ext>
            </a:extLst>
          </p:cNvPr>
          <p:cNvSpPr txBox="1"/>
          <p:nvPr userDrawn="1"/>
        </p:nvSpPr>
        <p:spPr>
          <a:xfrm>
            <a:off x="1052696" y="1268135"/>
            <a:ext cx="4455168" cy="352084"/>
          </a:xfrm>
          <a:prstGeom prst="rect">
            <a:avLst/>
          </a:prstGeom>
          <a:noFill/>
        </p:spPr>
        <p:txBody>
          <a:bodyPr wrap="square" rtlCol="0">
            <a:spAutoFit/>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fr-FR" sz="675">
                <a:latin typeface="Roboto Lt" pitchFamily="2" charset="0"/>
                <a:ea typeface="Roboto Lt" pitchFamily="2" charset="0"/>
              </a:rPr>
              <a:t>Dans le cadre de la certification, nous devons intégrer le logo </a:t>
            </a:r>
            <a:r>
              <a:rPr lang="fr-FR" sz="675" err="1">
                <a:latin typeface="Roboto Lt" pitchFamily="2" charset="0"/>
                <a:ea typeface="Roboto Lt" pitchFamily="2" charset="0"/>
              </a:rPr>
              <a:t>Qualiopi</a:t>
            </a:r>
            <a:r>
              <a:rPr lang="fr-FR" sz="675">
                <a:latin typeface="Roboto Lt" pitchFamily="2" charset="0"/>
                <a:ea typeface="Roboto Lt" pitchFamily="2" charset="0"/>
              </a:rPr>
              <a:t> dans nos supports de communication.  </a:t>
            </a:r>
          </a:p>
          <a:p>
            <a:endParaRPr lang="fr-FR" sz="1013" u="sng">
              <a:solidFill>
                <a:schemeClr val="tx2"/>
              </a:solidFill>
              <a:effectLst/>
              <a:latin typeface="The Bold Font" pitchFamily="2" charset="0"/>
            </a:endParaRPr>
          </a:p>
        </p:txBody>
      </p:sp>
      <p:sp>
        <p:nvSpPr>
          <p:cNvPr id="99" name="ZoneTexte 98">
            <a:extLst>
              <a:ext uri="{FF2B5EF4-FFF2-40B4-BE49-F238E27FC236}">
                <a16:creationId xmlns:a16="http://schemas.microsoft.com/office/drawing/2014/main" id="{A7ACCF82-AE02-CB48-8456-E9C4A1F16733}"/>
              </a:ext>
            </a:extLst>
          </p:cNvPr>
          <p:cNvSpPr txBox="1"/>
          <p:nvPr userDrawn="1"/>
        </p:nvSpPr>
        <p:spPr>
          <a:xfrm>
            <a:off x="420491" y="2807233"/>
            <a:ext cx="3576743" cy="698268"/>
          </a:xfrm>
          <a:prstGeom prst="rect">
            <a:avLst/>
          </a:prstGeom>
          <a:noFill/>
        </p:spPr>
        <p:txBody>
          <a:bodyPr wrap="square" rtlCol="0">
            <a:spAutoFit/>
          </a:bodyPr>
          <a:lstStyle/>
          <a:p>
            <a:r>
              <a:rPr lang="fr-FR" sz="1125" u="none">
                <a:solidFill>
                  <a:schemeClr val="tx2"/>
                </a:solidFill>
                <a:effectLst/>
                <a:latin typeface="The Bold Font" pitchFamily="2" charset="0"/>
                <a:ea typeface="Roboto Lt" pitchFamily="2" charset="0"/>
              </a:rPr>
              <a:t>Les sujets  de présentations concernés :</a:t>
            </a:r>
            <a:endParaRPr lang="fr-FR" sz="1125" u="sng">
              <a:solidFill>
                <a:schemeClr val="tx2"/>
              </a:solidFill>
              <a:effectLst/>
              <a:latin typeface="Roboto Lt" pitchFamily="2" charset="0"/>
              <a:ea typeface="Roboto Lt" pitchFamily="2" charset="0"/>
            </a:endParaRPr>
          </a:p>
          <a:p>
            <a:pPr marL="0" marR="0" lvl="0" indent="0" algn="l" defTabSz="514350" rtl="0" eaLnBrk="1" fontAlgn="auto" latinLnBrk="0" hangingPunct="1">
              <a:lnSpc>
                <a:spcPct val="150000"/>
              </a:lnSpc>
              <a:spcBef>
                <a:spcPts val="0"/>
              </a:spcBef>
              <a:spcAft>
                <a:spcPts val="0"/>
              </a:spcAft>
              <a:buClrTx/>
              <a:buSzTx/>
              <a:buFontTx/>
              <a:buNone/>
              <a:tabLst/>
              <a:defRPr/>
            </a:pPr>
            <a:r>
              <a:rPr lang="fr-FR" sz="1125" b="1">
                <a:latin typeface="Roboto" pitchFamily="2" charset="0"/>
                <a:ea typeface="Roboto" pitchFamily="2" charset="0"/>
              </a:rPr>
              <a:t>FPA</a:t>
            </a:r>
            <a:r>
              <a:rPr lang="fr-FR" sz="1125">
                <a:latin typeface="Roboto" pitchFamily="2" charset="0"/>
                <a:ea typeface="Roboto" pitchFamily="2" charset="0"/>
              </a:rPr>
              <a:t> pour </a:t>
            </a:r>
            <a:r>
              <a:rPr lang="fr-FR" sz="1125" err="1">
                <a:latin typeface="Roboto" pitchFamily="2" charset="0"/>
                <a:ea typeface="Roboto" pitchFamily="2" charset="0"/>
              </a:rPr>
              <a:t>ifac</a:t>
            </a:r>
            <a:r>
              <a:rPr lang="fr-FR" sz="1125">
                <a:latin typeface="Roboto" pitchFamily="2" charset="0"/>
                <a:ea typeface="Roboto" pitchFamily="2" charset="0"/>
              </a:rPr>
              <a:t> National et </a:t>
            </a:r>
            <a:r>
              <a:rPr lang="fr-FR" sz="1125" err="1">
                <a:latin typeface="Roboto" pitchFamily="2" charset="0"/>
                <a:ea typeface="Roboto" pitchFamily="2" charset="0"/>
              </a:rPr>
              <a:t>ifac</a:t>
            </a:r>
            <a:r>
              <a:rPr lang="fr-FR" sz="1125">
                <a:latin typeface="Roboto" pitchFamily="2" charset="0"/>
                <a:ea typeface="Roboto" pitchFamily="2" charset="0"/>
              </a:rPr>
              <a:t> 92</a:t>
            </a:r>
          </a:p>
          <a:p>
            <a:pPr marL="0" marR="0" lvl="0" indent="0" algn="l" defTabSz="514350" rtl="0" eaLnBrk="1" fontAlgn="auto" latinLnBrk="0" hangingPunct="1">
              <a:lnSpc>
                <a:spcPct val="100000"/>
              </a:lnSpc>
              <a:spcBef>
                <a:spcPts val="0"/>
              </a:spcBef>
              <a:spcAft>
                <a:spcPts val="0"/>
              </a:spcAft>
              <a:buClrTx/>
              <a:buSzTx/>
              <a:buFontTx/>
              <a:buNone/>
              <a:tabLst/>
              <a:defRPr/>
            </a:pPr>
            <a:r>
              <a:rPr lang="fr-FR" sz="1125" b="1">
                <a:latin typeface="Roboto" pitchFamily="2" charset="0"/>
                <a:ea typeface="Roboto" pitchFamily="2" charset="0"/>
              </a:rPr>
              <a:t>FPE</a:t>
            </a:r>
            <a:r>
              <a:rPr lang="fr-FR" sz="1125">
                <a:latin typeface="Roboto" pitchFamily="2" charset="0"/>
                <a:ea typeface="Roboto" pitchFamily="2" charset="0"/>
              </a:rPr>
              <a:t> pour </a:t>
            </a:r>
            <a:r>
              <a:rPr lang="fr-FR" sz="1125" err="1">
                <a:latin typeface="Roboto" pitchFamily="2" charset="0"/>
                <a:ea typeface="Roboto" pitchFamily="2" charset="0"/>
              </a:rPr>
              <a:t>ifac</a:t>
            </a:r>
            <a:r>
              <a:rPr lang="fr-FR" sz="1125">
                <a:latin typeface="Roboto" pitchFamily="2" charset="0"/>
                <a:ea typeface="Roboto" pitchFamily="2" charset="0"/>
              </a:rPr>
              <a:t> National</a:t>
            </a:r>
          </a:p>
        </p:txBody>
      </p:sp>
      <p:grpSp>
        <p:nvGrpSpPr>
          <p:cNvPr id="11" name="Groupe 10">
            <a:extLst>
              <a:ext uri="{FF2B5EF4-FFF2-40B4-BE49-F238E27FC236}">
                <a16:creationId xmlns:a16="http://schemas.microsoft.com/office/drawing/2014/main" id="{EB613B07-CFCB-184F-B151-96E076A02815}"/>
              </a:ext>
            </a:extLst>
          </p:cNvPr>
          <p:cNvGrpSpPr/>
          <p:nvPr userDrawn="1"/>
        </p:nvGrpSpPr>
        <p:grpSpPr>
          <a:xfrm>
            <a:off x="420491" y="5518137"/>
            <a:ext cx="3935945" cy="3131813"/>
            <a:chOff x="312111" y="3405208"/>
            <a:chExt cx="6997235" cy="2168178"/>
          </a:xfrm>
        </p:grpSpPr>
        <p:sp>
          <p:nvSpPr>
            <p:cNvPr id="100" name="ZoneTexte 99">
              <a:extLst>
                <a:ext uri="{FF2B5EF4-FFF2-40B4-BE49-F238E27FC236}">
                  <a16:creationId xmlns:a16="http://schemas.microsoft.com/office/drawing/2014/main" id="{CEB3978B-315A-8146-919E-2C7A96AA27C7}"/>
                </a:ext>
              </a:extLst>
            </p:cNvPr>
            <p:cNvSpPr txBox="1"/>
            <p:nvPr userDrawn="1"/>
          </p:nvSpPr>
          <p:spPr>
            <a:xfrm>
              <a:off x="312111" y="3405208"/>
              <a:ext cx="6997235" cy="880714"/>
            </a:xfrm>
            <a:prstGeom prst="rect">
              <a:avLst/>
            </a:prstGeom>
            <a:noFill/>
          </p:spPr>
          <p:txBody>
            <a:bodyPr wrap="square" rtlCol="0">
              <a:spAutoFit/>
            </a:bodyPr>
            <a:lstStyle/>
            <a:p>
              <a:r>
                <a:rPr lang="fr-FR" sz="1125" u="none">
                  <a:solidFill>
                    <a:schemeClr val="tx2"/>
                  </a:solidFill>
                  <a:effectLst/>
                  <a:latin typeface="The Bold Font" pitchFamily="2" charset="0"/>
                  <a:ea typeface="Roboto Lt" pitchFamily="2" charset="0"/>
                </a:rPr>
                <a:t>Les diapositives où le logo peut être utilisé :</a:t>
              </a:r>
              <a:endParaRPr lang="fr-FR" sz="1125" u="none">
                <a:solidFill>
                  <a:schemeClr val="tx2"/>
                </a:solidFill>
                <a:effectLst/>
                <a:latin typeface="Roboto Lt" pitchFamily="2" charset="0"/>
                <a:ea typeface="Roboto Lt" pitchFamily="2" charset="0"/>
              </a:endParaRPr>
            </a:p>
            <a:p>
              <a:pPr marL="160734" marR="0" lvl="0" indent="-160734" algn="l" defTabSz="51435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1125" b="1">
                  <a:latin typeface="Roboto" pitchFamily="2" charset="0"/>
                  <a:ea typeface="Roboto" pitchFamily="2" charset="0"/>
                </a:rPr>
                <a:t>Titre présentation</a:t>
              </a:r>
            </a:p>
            <a:p>
              <a:pPr marL="160734" marR="0" lvl="0" indent="-160734" algn="l" defTabSz="51435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1125" b="1">
                  <a:latin typeface="Roboto" pitchFamily="2" charset="0"/>
                  <a:ea typeface="Roboto" pitchFamily="2" charset="0"/>
                </a:rPr>
                <a:t>Titre institutionnel</a:t>
              </a:r>
            </a:p>
            <a:p>
              <a:pPr marL="160734" marR="0" lvl="0" indent="-160734" algn="l" defTabSz="51435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1125" b="1">
                  <a:latin typeface="Roboto" pitchFamily="2" charset="0"/>
                  <a:ea typeface="Roboto" pitchFamily="2" charset="0"/>
                </a:rPr>
                <a:t>Titre formation </a:t>
              </a:r>
              <a:r>
                <a:rPr lang="fr-FR" sz="788" b="0">
                  <a:latin typeface="Roboto" pitchFamily="2" charset="0"/>
                  <a:ea typeface="Roboto" pitchFamily="2" charset="0"/>
                </a:rPr>
                <a:t>– sauf BAFA/BAFD</a:t>
              </a:r>
              <a:endParaRPr lang="fr-FR" sz="788" b="1">
                <a:latin typeface="Roboto" pitchFamily="2" charset="0"/>
                <a:ea typeface="Roboto" pitchFamily="2" charset="0"/>
              </a:endParaRPr>
            </a:p>
            <a:p>
              <a:pPr marL="160734" marR="0" lvl="0" indent="-160734" algn="l" defTabSz="51435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fr-FR" sz="1125" b="1">
                  <a:latin typeface="Roboto" pitchFamily="2" charset="0"/>
                  <a:ea typeface="Roboto" pitchFamily="2" charset="0"/>
                </a:rPr>
                <a:t>Titre petite enfance </a:t>
              </a:r>
              <a:r>
                <a:rPr lang="fr-FR" sz="788" b="0">
                  <a:latin typeface="Roboto" pitchFamily="2" charset="0"/>
                  <a:ea typeface="Roboto" pitchFamily="2" charset="0"/>
                </a:rPr>
                <a:t>– le sujet doit être en lien avec la formation </a:t>
              </a:r>
              <a:endParaRPr lang="fr-FR" sz="1125" b="0">
                <a:latin typeface="Roboto" pitchFamily="2" charset="0"/>
                <a:ea typeface="Roboto" pitchFamily="2" charset="0"/>
              </a:endParaRPr>
            </a:p>
          </p:txBody>
        </p:sp>
        <p:sp>
          <p:nvSpPr>
            <p:cNvPr id="101" name="Ellipse 100">
              <a:extLst>
                <a:ext uri="{FF2B5EF4-FFF2-40B4-BE49-F238E27FC236}">
                  <a16:creationId xmlns:a16="http://schemas.microsoft.com/office/drawing/2014/main" id="{EDDD5E84-E891-0042-8C5E-9CAD9D4A0E24}"/>
                </a:ext>
              </a:extLst>
            </p:cNvPr>
            <p:cNvSpPr/>
            <p:nvPr userDrawn="1"/>
          </p:nvSpPr>
          <p:spPr>
            <a:xfrm>
              <a:off x="2986781" y="3869184"/>
              <a:ext cx="327630" cy="322511"/>
            </a:xfrm>
            <a:prstGeom prst="ellipse">
              <a:avLst/>
            </a:prstGeom>
            <a:solidFill>
              <a:srgbClr val="B0A286"/>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03" name="Ellipse 102">
              <a:extLst>
                <a:ext uri="{FF2B5EF4-FFF2-40B4-BE49-F238E27FC236}">
                  <a16:creationId xmlns:a16="http://schemas.microsoft.com/office/drawing/2014/main" id="{FC8BFD98-0B82-D94D-ADEC-9D24CCBB6FB9}"/>
                </a:ext>
              </a:extLst>
            </p:cNvPr>
            <p:cNvSpPr/>
            <p:nvPr userDrawn="1"/>
          </p:nvSpPr>
          <p:spPr>
            <a:xfrm>
              <a:off x="2986781" y="4284577"/>
              <a:ext cx="327630" cy="322511"/>
            </a:xfrm>
            <a:prstGeom prst="ellipse">
              <a:avLst/>
            </a:prstGeom>
            <a:solidFill>
              <a:srgbClr val="0071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05" name="Ellipse 104">
              <a:extLst>
                <a:ext uri="{FF2B5EF4-FFF2-40B4-BE49-F238E27FC236}">
                  <a16:creationId xmlns:a16="http://schemas.microsoft.com/office/drawing/2014/main" id="{49D0A0FA-3D6A-844E-ADC7-707741D6697C}"/>
                </a:ext>
              </a:extLst>
            </p:cNvPr>
            <p:cNvSpPr/>
            <p:nvPr userDrawn="1"/>
          </p:nvSpPr>
          <p:spPr>
            <a:xfrm>
              <a:off x="4056216" y="4766814"/>
              <a:ext cx="327630" cy="322511"/>
            </a:xfrm>
            <a:prstGeom prst="ellipse">
              <a:avLst/>
            </a:prstGeom>
            <a:solidFill>
              <a:srgbClr val="FF9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sp>
          <p:nvSpPr>
            <p:cNvPr id="107" name="Ellipse 106">
              <a:extLst>
                <a:ext uri="{FF2B5EF4-FFF2-40B4-BE49-F238E27FC236}">
                  <a16:creationId xmlns:a16="http://schemas.microsoft.com/office/drawing/2014/main" id="{EF15DB73-C969-4242-AC61-1672C28EAB33}"/>
                </a:ext>
              </a:extLst>
            </p:cNvPr>
            <p:cNvSpPr/>
            <p:nvPr userDrawn="1"/>
          </p:nvSpPr>
          <p:spPr>
            <a:xfrm>
              <a:off x="6506951" y="5250875"/>
              <a:ext cx="327630" cy="322511"/>
            </a:xfrm>
            <a:prstGeom prst="ellipse">
              <a:avLst/>
            </a:prstGeom>
            <a:solidFill>
              <a:srgbClr val="3BB6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grpSp>
      <p:pic>
        <p:nvPicPr>
          <p:cNvPr id="10" name="Image 9">
            <a:extLst>
              <a:ext uri="{FF2B5EF4-FFF2-40B4-BE49-F238E27FC236}">
                <a16:creationId xmlns:a16="http://schemas.microsoft.com/office/drawing/2014/main" id="{3D71B0AC-69BB-7A40-9B20-D13F8B9B34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00392" y="636218"/>
            <a:ext cx="1064442" cy="874407"/>
          </a:xfrm>
          <a:prstGeom prst="rect">
            <a:avLst/>
          </a:prstGeom>
        </p:spPr>
      </p:pic>
      <p:sp>
        <p:nvSpPr>
          <p:cNvPr id="111" name="ZoneTexte 110">
            <a:extLst>
              <a:ext uri="{FF2B5EF4-FFF2-40B4-BE49-F238E27FC236}">
                <a16:creationId xmlns:a16="http://schemas.microsoft.com/office/drawing/2014/main" id="{D98299BC-E579-F84B-B9C6-B3D552663B9E}"/>
              </a:ext>
            </a:extLst>
          </p:cNvPr>
          <p:cNvSpPr txBox="1"/>
          <p:nvPr userDrawn="1"/>
        </p:nvSpPr>
        <p:spPr>
          <a:xfrm>
            <a:off x="4283744" y="4012504"/>
            <a:ext cx="2084399" cy="925894"/>
          </a:xfrm>
          <a:prstGeom prst="rect">
            <a:avLst/>
          </a:prstGeom>
          <a:solidFill>
            <a:schemeClr val="bg2">
              <a:lumMod val="20000"/>
              <a:lumOff val="80000"/>
            </a:schemeClr>
          </a:solidFill>
        </p:spPr>
        <p:txBody>
          <a:bodyPr wrap="square" rtlCol="0">
            <a:spAutoFit/>
          </a:bodyPr>
          <a:lstStyle/>
          <a:p>
            <a:pPr algn="ctr"/>
            <a:r>
              <a:rPr lang="fr-FR" sz="1125" u="none">
                <a:solidFill>
                  <a:schemeClr val="tx2"/>
                </a:solidFill>
                <a:effectLst/>
                <a:latin typeface="The Bold Font" pitchFamily="2" charset="0"/>
                <a:ea typeface="Roboto Lt" pitchFamily="2" charset="0"/>
              </a:rPr>
              <a:t>Le logo ne doit pas être utilisé pour :</a:t>
            </a:r>
            <a:endParaRPr lang="fr-FR" sz="1125" u="sng">
              <a:solidFill>
                <a:schemeClr val="tx2"/>
              </a:solidFill>
              <a:effectLst/>
              <a:latin typeface="Roboto Lt" pitchFamily="2" charset="0"/>
              <a:ea typeface="Roboto Lt" pitchFamily="2" charset="0"/>
            </a:endParaRPr>
          </a:p>
          <a:p>
            <a:pPr marL="0" marR="0" lvl="0" indent="0" algn="ctr" defTabSz="514350" rtl="0" eaLnBrk="1" fontAlgn="auto" latinLnBrk="0" hangingPunct="1">
              <a:lnSpc>
                <a:spcPct val="150000"/>
              </a:lnSpc>
              <a:spcBef>
                <a:spcPts val="0"/>
              </a:spcBef>
              <a:spcAft>
                <a:spcPts val="0"/>
              </a:spcAft>
              <a:buClrTx/>
              <a:buSzTx/>
              <a:buFontTx/>
              <a:buNone/>
              <a:tabLst/>
              <a:defRPr/>
            </a:pPr>
            <a:r>
              <a:rPr lang="fr-FR" sz="1125" b="0">
                <a:latin typeface="Roboto" pitchFamily="2" charset="0"/>
                <a:ea typeface="Roboto" pitchFamily="2" charset="0"/>
              </a:rPr>
              <a:t>Animation / Magellan / </a:t>
            </a:r>
            <a:r>
              <a:rPr lang="fr-FR" sz="1125" b="0" err="1">
                <a:latin typeface="Roboto" pitchFamily="2" charset="0"/>
                <a:ea typeface="Roboto" pitchFamily="2" charset="0"/>
              </a:rPr>
              <a:t>Chabullons</a:t>
            </a:r>
            <a:r>
              <a:rPr lang="fr-FR" sz="1125" b="0">
                <a:latin typeface="Roboto" pitchFamily="2" charset="0"/>
                <a:ea typeface="Roboto" pitchFamily="2" charset="0"/>
              </a:rPr>
              <a:t> / </a:t>
            </a:r>
            <a:r>
              <a:rPr lang="fr-FR" sz="1125" b="0" err="1">
                <a:latin typeface="Roboto" pitchFamily="2" charset="0"/>
                <a:ea typeface="Roboto" pitchFamily="2" charset="0"/>
              </a:rPr>
              <a:t>Ifep</a:t>
            </a:r>
            <a:endParaRPr lang="fr-FR" sz="1125" b="0">
              <a:latin typeface="Roboto" pitchFamily="2" charset="0"/>
              <a:ea typeface="Roboto" pitchFamily="2" charset="0"/>
            </a:endParaRPr>
          </a:p>
        </p:txBody>
      </p:sp>
    </p:spTree>
    <p:extLst>
      <p:ext uri="{BB962C8B-B14F-4D97-AF65-F5344CB8AC3E}">
        <p14:creationId xmlns:p14="http://schemas.microsoft.com/office/powerpoint/2010/main" val="4087678091"/>
      </p:ext>
    </p:extLst>
  </p:cSld>
  <p:clrMap bg1="lt1" tx1="dk1" bg2="lt2" tx2="dk2" accent1="accent1" accent2="accent2" accent3="accent3" accent4="accent4" accent5="accent5" accent6="accent6" hlink="hlink" folHlink="folHlink"/>
  <p:sldLayoutIdLst>
    <p:sldLayoutId id="2147483796" r:id="rId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Ellipse 7">
            <a:extLst>
              <a:ext uri="{FF2B5EF4-FFF2-40B4-BE49-F238E27FC236}">
                <a16:creationId xmlns:a16="http://schemas.microsoft.com/office/drawing/2014/main" id="{76AC1777-2BDD-4FE5-9A92-FC2F1FEBE716}"/>
              </a:ext>
            </a:extLst>
          </p:cNvPr>
          <p:cNvSpPr/>
          <p:nvPr userDrawn="1"/>
        </p:nvSpPr>
        <p:spPr>
          <a:xfrm>
            <a:off x="6055544" y="7775019"/>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7C8D19C-8CB5-490F-BED4-621AFF8FFEF1}"/>
              </a:ext>
            </a:extLst>
          </p:cNvPr>
          <p:cNvPicPr>
            <a:picLocks noChangeAspect="1"/>
          </p:cNvPicPr>
          <p:nvPr userDrawn="1"/>
        </p:nvPicPr>
        <p:blipFill>
          <a:blip r:embed="rId3"/>
          <a:stretch>
            <a:fillRect/>
          </a:stretch>
        </p:blipFill>
        <p:spPr>
          <a:xfrm>
            <a:off x="6138366" y="8137867"/>
            <a:ext cx="497177" cy="993700"/>
          </a:xfrm>
          <a:prstGeom prst="rect">
            <a:avLst/>
          </a:prstGeom>
        </p:spPr>
      </p:pic>
    </p:spTree>
    <p:extLst>
      <p:ext uri="{BB962C8B-B14F-4D97-AF65-F5344CB8AC3E}">
        <p14:creationId xmlns:p14="http://schemas.microsoft.com/office/powerpoint/2010/main" val="1727849255"/>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2F7B48-C27C-45A3-AFBB-49CD1967FD56}"/>
              </a:ext>
            </a:extLst>
          </p:cNvPr>
          <p:cNvSpPr/>
          <p:nvPr userDrawn="1"/>
        </p:nvSpPr>
        <p:spPr>
          <a:xfrm>
            <a:off x="-7554" y="0"/>
            <a:ext cx="4114800" cy="990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Ellipse 7">
            <a:extLst>
              <a:ext uri="{FF2B5EF4-FFF2-40B4-BE49-F238E27FC236}">
                <a16:creationId xmlns:a16="http://schemas.microsoft.com/office/drawing/2014/main" id="{76AC1777-2BDD-4FE5-9A92-FC2F1FEBE716}"/>
              </a:ext>
            </a:extLst>
          </p:cNvPr>
          <p:cNvSpPr/>
          <p:nvPr userDrawn="1"/>
        </p:nvSpPr>
        <p:spPr>
          <a:xfrm>
            <a:off x="6055544" y="7775019"/>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7C8D19C-8CB5-490F-BED4-621AFF8FFEF1}"/>
              </a:ext>
            </a:extLst>
          </p:cNvPr>
          <p:cNvPicPr>
            <a:picLocks noChangeAspect="1"/>
          </p:cNvPicPr>
          <p:nvPr userDrawn="1"/>
        </p:nvPicPr>
        <p:blipFill>
          <a:blip r:embed="rId4"/>
          <a:stretch>
            <a:fillRect/>
          </a:stretch>
        </p:blipFill>
        <p:spPr>
          <a:xfrm>
            <a:off x="6138366" y="8137867"/>
            <a:ext cx="497177" cy="993700"/>
          </a:xfrm>
          <a:prstGeom prst="rect">
            <a:avLst/>
          </a:prstGeom>
        </p:spPr>
      </p:pic>
    </p:spTree>
    <p:extLst>
      <p:ext uri="{BB962C8B-B14F-4D97-AF65-F5344CB8AC3E}">
        <p14:creationId xmlns:p14="http://schemas.microsoft.com/office/powerpoint/2010/main" val="1512854010"/>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2F7B48-C27C-45A3-AFBB-49CD1967FD56}"/>
              </a:ext>
            </a:extLst>
          </p:cNvPr>
          <p:cNvSpPr/>
          <p:nvPr userDrawn="1"/>
        </p:nvSpPr>
        <p:spPr>
          <a:xfrm>
            <a:off x="-7554" y="0"/>
            <a:ext cx="4114800" cy="990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Ellipse 7">
            <a:extLst>
              <a:ext uri="{FF2B5EF4-FFF2-40B4-BE49-F238E27FC236}">
                <a16:creationId xmlns:a16="http://schemas.microsoft.com/office/drawing/2014/main" id="{76AC1777-2BDD-4FE5-9A92-FC2F1FEBE716}"/>
              </a:ext>
            </a:extLst>
          </p:cNvPr>
          <p:cNvSpPr/>
          <p:nvPr userDrawn="1"/>
        </p:nvSpPr>
        <p:spPr>
          <a:xfrm>
            <a:off x="6055544" y="7775019"/>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7C8D19C-8CB5-490F-BED4-621AFF8FFEF1}"/>
              </a:ext>
            </a:extLst>
          </p:cNvPr>
          <p:cNvPicPr>
            <a:picLocks noChangeAspect="1"/>
          </p:cNvPicPr>
          <p:nvPr userDrawn="1"/>
        </p:nvPicPr>
        <p:blipFill>
          <a:blip r:embed="rId4"/>
          <a:stretch>
            <a:fillRect/>
          </a:stretch>
        </p:blipFill>
        <p:spPr>
          <a:xfrm>
            <a:off x="6138366" y="8137867"/>
            <a:ext cx="497177" cy="993700"/>
          </a:xfrm>
          <a:prstGeom prst="rect">
            <a:avLst/>
          </a:prstGeom>
        </p:spPr>
      </p:pic>
    </p:spTree>
    <p:extLst>
      <p:ext uri="{BB962C8B-B14F-4D97-AF65-F5344CB8AC3E}">
        <p14:creationId xmlns:p14="http://schemas.microsoft.com/office/powerpoint/2010/main" val="508222485"/>
      </p:ext>
    </p:extLst>
  </p:cSld>
  <p:clrMap bg1="lt1" tx1="dk1" bg2="lt2" tx2="dk2" accent1="accent1" accent2="accent2" accent3="accent3" accent4="accent4" accent5="accent5" accent6="accent6" hlink="hlink" folHlink="folHlink"/>
  <p:sldLayoutIdLst>
    <p:sldLayoutId id="2147483785" r:id="rId1"/>
    <p:sldLayoutId id="2147483797" r:id="rId2"/>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2F7B48-C27C-45A3-AFBB-49CD1967FD56}"/>
              </a:ext>
            </a:extLst>
          </p:cNvPr>
          <p:cNvSpPr/>
          <p:nvPr userDrawn="1"/>
        </p:nvSpPr>
        <p:spPr>
          <a:xfrm>
            <a:off x="0" y="0"/>
            <a:ext cx="4114800" cy="990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Ellipse 7">
            <a:extLst>
              <a:ext uri="{FF2B5EF4-FFF2-40B4-BE49-F238E27FC236}">
                <a16:creationId xmlns:a16="http://schemas.microsoft.com/office/drawing/2014/main" id="{76AC1777-2BDD-4FE5-9A92-FC2F1FEBE716}"/>
              </a:ext>
            </a:extLst>
          </p:cNvPr>
          <p:cNvSpPr/>
          <p:nvPr userDrawn="1"/>
        </p:nvSpPr>
        <p:spPr>
          <a:xfrm>
            <a:off x="6055544" y="7775019"/>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7C8D19C-8CB5-490F-BED4-621AFF8FFEF1}"/>
              </a:ext>
            </a:extLst>
          </p:cNvPr>
          <p:cNvPicPr>
            <a:picLocks noChangeAspect="1"/>
          </p:cNvPicPr>
          <p:nvPr userDrawn="1"/>
        </p:nvPicPr>
        <p:blipFill>
          <a:blip r:embed="rId3"/>
          <a:stretch>
            <a:fillRect/>
          </a:stretch>
        </p:blipFill>
        <p:spPr>
          <a:xfrm>
            <a:off x="6138366" y="8137867"/>
            <a:ext cx="497177" cy="993700"/>
          </a:xfrm>
          <a:prstGeom prst="rect">
            <a:avLst/>
          </a:prstGeom>
        </p:spPr>
      </p:pic>
    </p:spTree>
    <p:extLst>
      <p:ext uri="{BB962C8B-B14F-4D97-AF65-F5344CB8AC3E}">
        <p14:creationId xmlns:p14="http://schemas.microsoft.com/office/powerpoint/2010/main" val="1457043741"/>
      </p:ext>
    </p:extLst>
  </p:cSld>
  <p:clrMap bg1="lt1" tx1="dk1" bg2="lt2" tx2="dk2" accent1="accent1" accent2="accent2" accent3="accent3" accent4="accent4" accent5="accent5" accent6="accent6" hlink="hlink" folHlink="folHlink"/>
  <p:sldLayoutIdLst>
    <p:sldLayoutId id="2147483787" r:id="rId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2F7B48-C27C-45A3-AFBB-49CD1967FD56}"/>
              </a:ext>
            </a:extLst>
          </p:cNvPr>
          <p:cNvSpPr/>
          <p:nvPr userDrawn="1"/>
        </p:nvSpPr>
        <p:spPr>
          <a:xfrm>
            <a:off x="0" y="0"/>
            <a:ext cx="4114800" cy="9906000"/>
          </a:xfrm>
          <a:prstGeom prst="rect">
            <a:avLst/>
          </a:prstGeom>
          <a:solidFill>
            <a:srgbClr val="2E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Ellipse 7">
            <a:extLst>
              <a:ext uri="{FF2B5EF4-FFF2-40B4-BE49-F238E27FC236}">
                <a16:creationId xmlns:a16="http://schemas.microsoft.com/office/drawing/2014/main" id="{76AC1777-2BDD-4FE5-9A92-FC2F1FEBE716}"/>
              </a:ext>
            </a:extLst>
          </p:cNvPr>
          <p:cNvSpPr/>
          <p:nvPr userDrawn="1"/>
        </p:nvSpPr>
        <p:spPr>
          <a:xfrm>
            <a:off x="6055544" y="7775019"/>
            <a:ext cx="662821" cy="1719399"/>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7C8D19C-8CB5-490F-BED4-621AFF8FFEF1}"/>
              </a:ext>
            </a:extLst>
          </p:cNvPr>
          <p:cNvPicPr>
            <a:picLocks noChangeAspect="1"/>
          </p:cNvPicPr>
          <p:nvPr userDrawn="1"/>
        </p:nvPicPr>
        <p:blipFill>
          <a:blip r:embed="rId4"/>
          <a:stretch>
            <a:fillRect/>
          </a:stretch>
        </p:blipFill>
        <p:spPr>
          <a:xfrm>
            <a:off x="6138366" y="8137867"/>
            <a:ext cx="497177" cy="993700"/>
          </a:xfrm>
          <a:prstGeom prst="rect">
            <a:avLst/>
          </a:prstGeom>
        </p:spPr>
      </p:pic>
    </p:spTree>
    <p:extLst>
      <p:ext uri="{BB962C8B-B14F-4D97-AF65-F5344CB8AC3E}">
        <p14:creationId xmlns:p14="http://schemas.microsoft.com/office/powerpoint/2010/main" val="594516001"/>
      </p:ext>
    </p:extLst>
  </p:cSld>
  <p:clrMap bg1="lt1" tx1="dk1" bg2="lt2" tx2="dk2" accent1="accent1" accent2="accent2" accent3="accent3" accent4="accent4" accent5="accent5" accent6="accent6" hlink="hlink" folHlink="folHlink"/>
  <p:sldLayoutIdLst>
    <p:sldLayoutId id="2147483789" r:id="rId1"/>
    <p:sldLayoutId id="2147483794" r:id="rId2"/>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11" name="Image 10">
            <a:extLst>
              <a:ext uri="{FF2B5EF4-FFF2-40B4-BE49-F238E27FC236}">
                <a16:creationId xmlns:a16="http://schemas.microsoft.com/office/drawing/2014/main" id="{82CE8B4C-B27A-4B34-AD63-B0D923A56AA8}"/>
              </a:ext>
            </a:extLst>
          </p:cNvPr>
          <p:cNvPicPr>
            <a:picLocks noChangeAspect="1"/>
          </p:cNvPicPr>
          <p:nvPr userDrawn="1"/>
        </p:nvPicPr>
        <p:blipFill>
          <a:blip r:embed="rId9"/>
          <a:stretch>
            <a:fillRect/>
          </a:stretch>
        </p:blipFill>
        <p:spPr>
          <a:xfrm>
            <a:off x="6052100" y="891167"/>
            <a:ext cx="364187" cy="727896"/>
          </a:xfrm>
          <a:prstGeom prst="rect">
            <a:avLst/>
          </a:prstGeom>
        </p:spPr>
      </p:pic>
    </p:spTree>
    <p:extLst>
      <p:ext uri="{BB962C8B-B14F-4D97-AF65-F5344CB8AC3E}">
        <p14:creationId xmlns:p14="http://schemas.microsoft.com/office/powerpoint/2010/main" val="3664644011"/>
      </p:ext>
    </p:extLst>
  </p:cSld>
  <p:clrMap bg1="lt1" tx1="dk1" bg2="lt2" tx2="dk2" accent1="accent1" accent2="accent2" accent3="accent3" accent4="accent4" accent5="accent5" accent6="accent6" hlink="hlink" folHlink="folHlink"/>
  <p:sldLayoutIdLst>
    <p:sldLayoutId id="2147483661" r:id="rId1"/>
    <p:sldLayoutId id="2147483718" r:id="rId2"/>
    <p:sldLayoutId id="2147483722" r:id="rId3"/>
    <p:sldLayoutId id="2147483662" r:id="rId4"/>
    <p:sldLayoutId id="2147483721" r:id="rId5"/>
    <p:sldLayoutId id="2147483664" r:id="rId6"/>
    <p:sldLayoutId id="2147483720"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chemeClr val="accent3"/>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11" name="Image 10">
            <a:extLst>
              <a:ext uri="{FF2B5EF4-FFF2-40B4-BE49-F238E27FC236}">
                <a16:creationId xmlns:a16="http://schemas.microsoft.com/office/drawing/2014/main" id="{82CE8B4C-B27A-4B34-AD63-B0D923A56AA8}"/>
              </a:ext>
            </a:extLst>
          </p:cNvPr>
          <p:cNvPicPr>
            <a:picLocks noChangeAspect="1"/>
          </p:cNvPicPr>
          <p:nvPr userDrawn="1"/>
        </p:nvPicPr>
        <p:blipFill>
          <a:blip r:embed="rId9"/>
          <a:stretch>
            <a:fillRect/>
          </a:stretch>
        </p:blipFill>
        <p:spPr>
          <a:xfrm>
            <a:off x="6052100" y="891167"/>
            <a:ext cx="364187" cy="727896"/>
          </a:xfrm>
          <a:prstGeom prst="rect">
            <a:avLst/>
          </a:prstGeom>
        </p:spPr>
      </p:pic>
    </p:spTree>
    <p:extLst>
      <p:ext uri="{BB962C8B-B14F-4D97-AF65-F5344CB8AC3E}">
        <p14:creationId xmlns:p14="http://schemas.microsoft.com/office/powerpoint/2010/main" val="418577006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11" name="Image 10">
            <a:extLst>
              <a:ext uri="{FF2B5EF4-FFF2-40B4-BE49-F238E27FC236}">
                <a16:creationId xmlns:a16="http://schemas.microsoft.com/office/drawing/2014/main" id="{82CE8B4C-B27A-4B34-AD63-B0D923A56AA8}"/>
              </a:ext>
            </a:extLst>
          </p:cNvPr>
          <p:cNvPicPr>
            <a:picLocks noChangeAspect="1"/>
          </p:cNvPicPr>
          <p:nvPr userDrawn="1"/>
        </p:nvPicPr>
        <p:blipFill>
          <a:blip r:embed="rId9"/>
          <a:stretch>
            <a:fillRect/>
          </a:stretch>
        </p:blipFill>
        <p:spPr>
          <a:xfrm>
            <a:off x="6052100" y="891167"/>
            <a:ext cx="364187" cy="727896"/>
          </a:xfrm>
          <a:prstGeom prst="rect">
            <a:avLst/>
          </a:prstGeom>
        </p:spPr>
      </p:pic>
    </p:spTree>
    <p:extLst>
      <p:ext uri="{BB962C8B-B14F-4D97-AF65-F5344CB8AC3E}">
        <p14:creationId xmlns:p14="http://schemas.microsoft.com/office/powerpoint/2010/main" val="62948897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rgbClr val="2E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rgbClr val="35B6B4"/>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11" name="Image 10">
            <a:extLst>
              <a:ext uri="{FF2B5EF4-FFF2-40B4-BE49-F238E27FC236}">
                <a16:creationId xmlns:a16="http://schemas.microsoft.com/office/drawing/2014/main" id="{82CE8B4C-B27A-4B34-AD63-B0D923A56AA8}"/>
              </a:ext>
            </a:extLst>
          </p:cNvPr>
          <p:cNvPicPr>
            <a:picLocks noChangeAspect="1"/>
          </p:cNvPicPr>
          <p:nvPr userDrawn="1"/>
        </p:nvPicPr>
        <p:blipFill>
          <a:blip r:embed="rId9"/>
          <a:stretch>
            <a:fillRect/>
          </a:stretch>
        </p:blipFill>
        <p:spPr>
          <a:xfrm>
            <a:off x="6052100" y="891167"/>
            <a:ext cx="364187" cy="727896"/>
          </a:xfrm>
          <a:prstGeom prst="rect">
            <a:avLst/>
          </a:prstGeom>
        </p:spPr>
      </p:pic>
    </p:spTree>
    <p:extLst>
      <p:ext uri="{BB962C8B-B14F-4D97-AF65-F5344CB8AC3E}">
        <p14:creationId xmlns:p14="http://schemas.microsoft.com/office/powerpoint/2010/main" val="73608311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rgbClr val="262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rgbClr val="262D5F"/>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rgbClr val="1F3057"/>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3" name="Image 2">
            <a:extLst>
              <a:ext uri="{FF2B5EF4-FFF2-40B4-BE49-F238E27FC236}">
                <a16:creationId xmlns:a16="http://schemas.microsoft.com/office/drawing/2014/main" id="{F24927FD-866E-435D-A9CE-9ADB802B296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012495" y="824734"/>
            <a:ext cx="443397" cy="860763"/>
          </a:xfrm>
          <a:prstGeom prst="rect">
            <a:avLst/>
          </a:prstGeom>
        </p:spPr>
      </p:pic>
    </p:spTree>
    <p:extLst>
      <p:ext uri="{BB962C8B-B14F-4D97-AF65-F5344CB8AC3E}">
        <p14:creationId xmlns:p14="http://schemas.microsoft.com/office/powerpoint/2010/main" val="1873239349"/>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rgbClr val="C883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rgbClr val="C88398"/>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rgbClr val="5CBEC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4" name="Image 3">
            <a:extLst>
              <a:ext uri="{FF2B5EF4-FFF2-40B4-BE49-F238E27FC236}">
                <a16:creationId xmlns:a16="http://schemas.microsoft.com/office/drawing/2014/main" id="{D5B5BD3C-4A96-4B1D-97DC-66915C44415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080948" y="774266"/>
            <a:ext cx="292849" cy="968647"/>
          </a:xfrm>
          <a:prstGeom prst="rect">
            <a:avLst/>
          </a:prstGeom>
        </p:spPr>
      </p:pic>
    </p:spTree>
    <p:extLst>
      <p:ext uri="{BB962C8B-B14F-4D97-AF65-F5344CB8AC3E}">
        <p14:creationId xmlns:p14="http://schemas.microsoft.com/office/powerpoint/2010/main" val="175419188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rgbClr val="E6007E"/>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rgbClr val="009FE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3" name="Image 2" descr="Une image contenant clipart&#10;&#10;Description générée automatiquement">
            <a:extLst>
              <a:ext uri="{FF2B5EF4-FFF2-40B4-BE49-F238E27FC236}">
                <a16:creationId xmlns:a16="http://schemas.microsoft.com/office/drawing/2014/main" id="{988C0294-F35C-4576-A92B-7D74BA2676EB}"/>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965866" y="842365"/>
            <a:ext cx="443076" cy="682665"/>
          </a:xfrm>
          <a:prstGeom prst="rect">
            <a:avLst/>
          </a:prstGeom>
        </p:spPr>
      </p:pic>
    </p:spTree>
    <p:extLst>
      <p:ext uri="{BB962C8B-B14F-4D97-AF65-F5344CB8AC3E}">
        <p14:creationId xmlns:p14="http://schemas.microsoft.com/office/powerpoint/2010/main" val="410447552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C23C3B-EE34-4918-A0A6-C1CC622F78A0}"/>
              </a:ext>
            </a:extLst>
          </p:cNvPr>
          <p:cNvSpPr/>
          <p:nvPr userDrawn="1"/>
        </p:nvSpPr>
        <p:spPr>
          <a:xfrm>
            <a:off x="0" y="0"/>
            <a:ext cx="6858000" cy="13616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10A9A7D2-BBBF-49AD-8673-B1462C01802F}"/>
              </a:ext>
            </a:extLst>
          </p:cNvPr>
          <p:cNvCxnSpPr/>
          <p:nvPr userDrawn="1"/>
        </p:nvCxnSpPr>
        <p:spPr>
          <a:xfrm>
            <a:off x="0" y="1525047"/>
            <a:ext cx="6858000" cy="0"/>
          </a:xfrm>
          <a:prstGeom prst="line">
            <a:avLst/>
          </a:prstGeom>
          <a:ln w="158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235574B6-FBCF-4265-9539-D2BA6D10E3E8}"/>
              </a:ext>
            </a:extLst>
          </p:cNvPr>
          <p:cNvSpPr/>
          <p:nvPr userDrawn="1"/>
        </p:nvSpPr>
        <p:spPr>
          <a:xfrm>
            <a:off x="5972722" y="576842"/>
            <a:ext cx="522944" cy="1356549"/>
          </a:xfrm>
          <a:prstGeom prst="ellipse">
            <a:avLst/>
          </a:prstGeom>
          <a:solidFill>
            <a:schemeClr val="bg1"/>
          </a:solidFill>
          <a:ln w="31750">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4" name="Image 3" descr="Une image contenant texte&#10;&#10;Description générée automatiquement">
            <a:extLst>
              <a:ext uri="{FF2B5EF4-FFF2-40B4-BE49-F238E27FC236}">
                <a16:creationId xmlns:a16="http://schemas.microsoft.com/office/drawing/2014/main" id="{9213BCA7-BF65-47E8-B293-D8B89F15A1B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059894" y="717102"/>
            <a:ext cx="348599" cy="807946"/>
          </a:xfrm>
          <a:prstGeom prst="rect">
            <a:avLst/>
          </a:prstGeom>
        </p:spPr>
      </p:pic>
    </p:spTree>
    <p:extLst>
      <p:ext uri="{BB962C8B-B14F-4D97-AF65-F5344CB8AC3E}">
        <p14:creationId xmlns:p14="http://schemas.microsoft.com/office/powerpoint/2010/main" val="93538716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a:t>4/24/2021</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a:t>‹N°›</a:t>
            </a:fld>
            <a:endParaRPr lang="en-US"/>
          </a:p>
        </p:txBody>
      </p:sp>
      <p:sp>
        <p:nvSpPr>
          <p:cNvPr id="7" name="Rectangle 6">
            <a:extLst>
              <a:ext uri="{FF2B5EF4-FFF2-40B4-BE49-F238E27FC236}">
                <a16:creationId xmlns:a16="http://schemas.microsoft.com/office/drawing/2014/main" id="{AE16906E-9FF0-EA45-9A02-EB224823074D}"/>
              </a:ext>
            </a:extLst>
          </p:cNvPr>
          <p:cNvSpPr/>
          <p:nvPr userDrawn="1"/>
        </p:nvSpPr>
        <p:spPr>
          <a:xfrm>
            <a:off x="0" y="0"/>
            <a:ext cx="4114800" cy="9906000"/>
          </a:xfrm>
          <a:prstGeom prst="rect">
            <a:avLst/>
          </a:prstGeom>
          <a:solidFill>
            <a:srgbClr val="2E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Ellipse 7">
            <a:extLst>
              <a:ext uri="{FF2B5EF4-FFF2-40B4-BE49-F238E27FC236}">
                <a16:creationId xmlns:a16="http://schemas.microsoft.com/office/drawing/2014/main" id="{C7CFB4E0-298F-FF40-B6DF-806D6C8A1DDC}"/>
              </a:ext>
            </a:extLst>
          </p:cNvPr>
          <p:cNvSpPr>
            <a:spLocks noChangeAspect="1"/>
          </p:cNvSpPr>
          <p:nvPr userDrawn="1"/>
        </p:nvSpPr>
        <p:spPr>
          <a:xfrm>
            <a:off x="5657222" y="8019499"/>
            <a:ext cx="893968" cy="893968"/>
          </a:xfrm>
          <a:prstGeom prst="ellipse">
            <a:avLst/>
          </a:prstGeom>
          <a:no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9" name="Image 8">
            <a:extLst>
              <a:ext uri="{FF2B5EF4-FFF2-40B4-BE49-F238E27FC236}">
                <a16:creationId xmlns:a16="http://schemas.microsoft.com/office/drawing/2014/main" id="{6991C1AB-AE00-DF42-ABE6-7C86E1A5E88E}"/>
              </a:ext>
            </a:extLst>
          </p:cNvPr>
          <p:cNvPicPr>
            <a:picLocks/>
          </p:cNvPicPr>
          <p:nvPr userDrawn="1"/>
        </p:nvPicPr>
        <p:blipFill>
          <a:blip r:embed="rId14"/>
          <a:stretch>
            <a:fillRect/>
          </a:stretch>
        </p:blipFill>
        <p:spPr>
          <a:xfrm>
            <a:off x="5854534" y="8168482"/>
            <a:ext cx="531978" cy="643502"/>
          </a:xfrm>
          <a:prstGeom prst="rect">
            <a:avLst/>
          </a:prstGeom>
        </p:spPr>
      </p:pic>
    </p:spTree>
    <p:extLst>
      <p:ext uri="{BB962C8B-B14F-4D97-AF65-F5344CB8AC3E}">
        <p14:creationId xmlns:p14="http://schemas.microsoft.com/office/powerpoint/2010/main" val="2136355146"/>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a:t>4/24/2021</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a:t>‹N°›</a:t>
            </a:fld>
            <a:endParaRPr lang="en-US"/>
          </a:p>
        </p:txBody>
      </p:sp>
      <p:sp>
        <p:nvSpPr>
          <p:cNvPr id="7" name="Rectangle 6">
            <a:extLst>
              <a:ext uri="{FF2B5EF4-FFF2-40B4-BE49-F238E27FC236}">
                <a16:creationId xmlns:a16="http://schemas.microsoft.com/office/drawing/2014/main" id="{B39DDE9C-0523-3F40-B525-CAA369B2F33E}"/>
              </a:ext>
            </a:extLst>
          </p:cNvPr>
          <p:cNvSpPr/>
          <p:nvPr userDrawn="1"/>
        </p:nvSpPr>
        <p:spPr>
          <a:xfrm>
            <a:off x="0" y="0"/>
            <a:ext cx="6858000" cy="1361649"/>
          </a:xfrm>
          <a:prstGeom prst="rect">
            <a:avLst/>
          </a:prstGeom>
          <a:solidFill>
            <a:srgbClr val="2E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cxnSp>
        <p:nvCxnSpPr>
          <p:cNvPr id="8" name="Connecteur droit 7">
            <a:extLst>
              <a:ext uri="{FF2B5EF4-FFF2-40B4-BE49-F238E27FC236}">
                <a16:creationId xmlns:a16="http://schemas.microsoft.com/office/drawing/2014/main" id="{59FAABA3-279A-5142-996A-0AF7DEE603D1}"/>
              </a:ext>
            </a:extLst>
          </p:cNvPr>
          <p:cNvCxnSpPr/>
          <p:nvPr userDrawn="1"/>
        </p:nvCxnSpPr>
        <p:spPr>
          <a:xfrm>
            <a:off x="0" y="1525047"/>
            <a:ext cx="6858000" cy="0"/>
          </a:xfrm>
          <a:prstGeom prst="line">
            <a:avLst/>
          </a:prstGeom>
          <a:ln w="15875">
            <a:solidFill>
              <a:srgbClr val="35B6B4"/>
            </a:solidFill>
            <a:prstDash val="sysDot"/>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B8463C12-0D0B-6A43-8AEA-691E91363E81}"/>
              </a:ext>
            </a:extLst>
          </p:cNvPr>
          <p:cNvSpPr/>
          <p:nvPr userDrawn="1"/>
        </p:nvSpPr>
        <p:spPr>
          <a:xfrm>
            <a:off x="5480287" y="204898"/>
            <a:ext cx="936000" cy="936000"/>
          </a:xfrm>
          <a:prstGeom prst="ellipse">
            <a:avLst/>
          </a:prstGeom>
          <a:solidFill>
            <a:schemeClr val="bg1"/>
          </a:solidFill>
          <a:ln w="3175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a:p>
        </p:txBody>
      </p:sp>
      <p:pic>
        <p:nvPicPr>
          <p:cNvPr id="10" name="Image 9">
            <a:extLst>
              <a:ext uri="{FF2B5EF4-FFF2-40B4-BE49-F238E27FC236}">
                <a16:creationId xmlns:a16="http://schemas.microsoft.com/office/drawing/2014/main" id="{25AAF4C4-9176-C345-BEC0-341796E77335}"/>
              </a:ext>
            </a:extLst>
          </p:cNvPr>
          <p:cNvPicPr>
            <a:picLocks/>
          </p:cNvPicPr>
          <p:nvPr userDrawn="1"/>
        </p:nvPicPr>
        <p:blipFill>
          <a:blip r:embed="rId14"/>
          <a:stretch>
            <a:fillRect/>
          </a:stretch>
        </p:blipFill>
        <p:spPr>
          <a:xfrm>
            <a:off x="5598572" y="353697"/>
            <a:ext cx="692381" cy="654253"/>
          </a:xfrm>
          <a:prstGeom prst="rect">
            <a:avLst/>
          </a:prstGeom>
        </p:spPr>
      </p:pic>
    </p:spTree>
    <p:extLst>
      <p:ext uri="{BB962C8B-B14F-4D97-AF65-F5344CB8AC3E}">
        <p14:creationId xmlns:p14="http://schemas.microsoft.com/office/powerpoint/2010/main" val="229702818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C7E4F87-9D23-40AD-8039-DE6AA1F3B051}"/>
              </a:ext>
            </a:extLst>
          </p:cNvPr>
          <p:cNvSpPr>
            <a:spLocks noGrp="1"/>
          </p:cNvSpPr>
          <p:nvPr>
            <p:ph type="body" sz="quarter" idx="10"/>
          </p:nvPr>
        </p:nvSpPr>
        <p:spPr>
          <a:xfrm>
            <a:off x="631186" y="5170804"/>
            <a:ext cx="2797814" cy="1267883"/>
          </a:xfrm>
        </p:spPr>
        <p:txBody>
          <a:bodyPr lIns="51435" tIns="25718" rIns="51435" bIns="25718" anchor="ctr"/>
          <a:lstStyle/>
          <a:p>
            <a:pPr algn="ctr"/>
            <a:r>
              <a:rPr lang="fr-FR" dirty="0"/>
              <a:t>Blagues sur la Com</a:t>
            </a:r>
          </a:p>
        </p:txBody>
      </p:sp>
      <p:pic>
        <p:nvPicPr>
          <p:cNvPr id="4" name="Image 3">
            <a:extLst>
              <a:ext uri="{FF2B5EF4-FFF2-40B4-BE49-F238E27FC236}">
                <a16:creationId xmlns:a16="http://schemas.microsoft.com/office/drawing/2014/main" id="{9984D887-4960-8947-BC86-FB48F8EDD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2100" y="3348354"/>
            <a:ext cx="2755900" cy="3644900"/>
          </a:xfrm>
          <a:prstGeom prst="rect">
            <a:avLst/>
          </a:prstGeom>
        </p:spPr>
      </p:pic>
    </p:spTree>
    <p:extLst>
      <p:ext uri="{BB962C8B-B14F-4D97-AF65-F5344CB8AC3E}">
        <p14:creationId xmlns:p14="http://schemas.microsoft.com/office/powerpoint/2010/main" val="57519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165B66B-5FC2-1440-A814-AC1F09DB645A}"/>
              </a:ext>
            </a:extLst>
          </p:cNvPr>
          <p:cNvSpPr>
            <a:spLocks noChangeArrowheads="1"/>
          </p:cNvSpPr>
          <p:nvPr/>
        </p:nvSpPr>
        <p:spPr bwMode="auto">
          <a:xfrm>
            <a:off x="284839" y="1710482"/>
            <a:ext cx="6041011" cy="3108543"/>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t">
            <a:spAutoFit/>
          </a:bodyPr>
          <a:lstStyle>
            <a:lvl1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9pPr>
          </a:lstStyle>
          <a:p>
            <a:r>
              <a:rPr lang="fr-FR" altLang="fr-FR" sz="1400" dirty="0">
                <a:latin typeface="Cambria"/>
                <a:ea typeface="Arial Unicode MS"/>
                <a:cs typeface="Times New Roman"/>
              </a:rPr>
              <a:t>Un homme entre dans la douche au moment précis où sa femme en sort, lorsque la </a:t>
            </a:r>
            <a:r>
              <a:rPr lang="en-US" altLang="fr-FR" sz="1400" b="1" dirty="0">
                <a:latin typeface="Cambria"/>
                <a:ea typeface="Arial Unicode MS"/>
                <a:cs typeface="Times New Roman"/>
              </a:rPr>
              <a:t> </a:t>
            </a:r>
            <a:r>
              <a:rPr lang="fr-FR" altLang="fr-FR" sz="1400" dirty="0">
                <a:latin typeface="Cambria"/>
                <a:ea typeface="Arial Unicode MS"/>
                <a:cs typeface="Times New Roman"/>
              </a:rPr>
              <a:t>sonnerie retentit à la porte de leur maison. Après une brève discussion pour savoir lequel des deux va aller répondre, la femme cède et s'enroule dans une serviette de toilette, descend les escaliers en courant et ouvre la porte d'entrée. C'est Bob, le voisin de palier. Avant qu'elle ait pu dire un mot, il lui lance : " Je te donne 800 € immédiatement si tu laisses tomber la serviette qui te couvre". </a:t>
            </a:r>
            <a:br>
              <a:rPr lang="fr-FR" altLang="fr-FR" sz="1400" dirty="0">
                <a:latin typeface="Cambria" panose="02040503050406030204" pitchFamily="18" charset="0"/>
                <a:cs typeface="Times New Roman" panose="02020603050405020304" pitchFamily="18" charset="0"/>
              </a:rPr>
            </a:br>
            <a:r>
              <a:rPr lang="fr-FR" altLang="fr-FR" sz="1400" dirty="0">
                <a:latin typeface="Cambria"/>
                <a:ea typeface="Arial Unicode MS"/>
                <a:cs typeface="Times New Roman"/>
              </a:rPr>
              <a:t>Un peu étonnée, elle attend quelques secondes puis desserre la serviette et se retrouve nue devant Bob. Il la regarde, puis lui tend 800 € en billets de 100. Un peu éberluée par cet épisode mais contente de la petite fortune qu'elle vient de faire en à peine 10 secondes, elle remonte dans la salle de bain. Son mari, encore sous la douche, lui demande "C'était qui ? " "Bob, le voisin de palier "répond-elle. Le mari : " Super, il t'a rendu les 800 € qu'il me doit ? " </a:t>
            </a:r>
            <a:endParaRPr lang="fr-FR" altLang="fr-FR" sz="1400" dirty="0">
              <a:latin typeface="Cambria" panose="020405030504060302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F7E4B733-C29C-DF47-B1CE-2749C3DD87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2540" y="5714482"/>
            <a:ext cx="2585608" cy="3878412"/>
          </a:xfrm>
          <a:prstGeom prst="rect">
            <a:avLst/>
          </a:prstGeom>
        </p:spPr>
      </p:pic>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5086976"/>
            <a:ext cx="6163462" cy="984885"/>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Si vous travaillez en équipe, partagez rapidement les informations concernant les dossiers communs, vous pourrez ainsi éviter une mauvaise publicité ou des malentendus. </a:t>
            </a:r>
          </a:p>
        </p:txBody>
      </p:sp>
    </p:spTree>
    <p:extLst>
      <p:ext uri="{BB962C8B-B14F-4D97-AF65-F5344CB8AC3E}">
        <p14:creationId xmlns:p14="http://schemas.microsoft.com/office/powerpoint/2010/main" val="408181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5760294"/>
            <a:ext cx="6163462" cy="769441"/>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cs typeface="Times New Roman" panose="02020603050405020304" pitchFamily="18" charset="0"/>
              </a:rPr>
              <a:t>Au travail, soyez toujours bien informé ou vous risquez de passer à côté de belles occasions...</a:t>
            </a:r>
            <a:endParaRPr lang="fr-FR" altLang="fr-FR" sz="14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endParaRPr>
          </a:p>
        </p:txBody>
      </p:sp>
      <p:sp>
        <p:nvSpPr>
          <p:cNvPr id="6" name="Freeform 2">
            <a:extLst>
              <a:ext uri="{FF2B5EF4-FFF2-40B4-BE49-F238E27FC236}">
                <a16:creationId xmlns:a16="http://schemas.microsoft.com/office/drawing/2014/main" id="{DB1A50F4-3CD5-1C4D-BFC5-2EF0548394E8}"/>
              </a:ext>
            </a:extLst>
          </p:cNvPr>
          <p:cNvSpPr>
            <a:spLocks noChangeArrowheads="1"/>
          </p:cNvSpPr>
          <p:nvPr/>
        </p:nvSpPr>
        <p:spPr bwMode="auto">
          <a:xfrm>
            <a:off x="214589" y="1488890"/>
            <a:ext cx="6303962" cy="3970318"/>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Au volant de sa voiture et en route vers le couvent, un prêtre croise une nonne à pied. Il s'arrête, et lui offre de la raccompagner au couvent. Elle accepte, monte dans la voiture, et en croisant ses jambes, révèle une magnifique paire de jambes. Le prêtre ne peut s'empêcher de les regarder et perd un instant le contrôle de sa voiture. Après avoir retrouvé la maîtrise de son auto, il pose subitement la main droite sur la cuisse de la nonne.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Elle le regarde et lui lance : " Mon père, vous souvenez-vous du Psaume 129 ?" Penaud, le prêtre retire subitement sa main et se confond en excuses.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Un peu plus loin, rongé par la tentation, il profite d'un changement de vitesse pour laisser sa main effleurer la cuisse de la nonne, qui lui demande aussitôt : " Mon père, vous souvenez-vous du Psaume 129 ?"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Il rougit une fois de plus et retire sa main, balbutiant "Désolé, ma sœur, la chair est faible".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Arrivée au couvent, la nonne descend de la voiture sans dire un mot et lui jette un regard sans équivoque.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prêtre se précipite sur la première bible qu'il trouve, à la recherche du Psaume 129 : Allez de l'avant, cherchez toujours plus haut, vous trouverez la gloire" </a:t>
            </a:r>
          </a:p>
        </p:txBody>
      </p:sp>
      <p:pic>
        <p:nvPicPr>
          <p:cNvPr id="4" name="Image 3">
            <a:extLst>
              <a:ext uri="{FF2B5EF4-FFF2-40B4-BE49-F238E27FC236}">
                <a16:creationId xmlns:a16="http://schemas.microsoft.com/office/drawing/2014/main" id="{BA9DF626-42E7-B242-ACB4-FFCBE405BC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4033" y="6923313"/>
            <a:ext cx="1655117" cy="2542227"/>
          </a:xfrm>
          <a:prstGeom prst="rect">
            <a:avLst/>
          </a:prstGeom>
        </p:spPr>
      </p:pic>
    </p:spTree>
    <p:extLst>
      <p:ext uri="{BB962C8B-B14F-4D97-AF65-F5344CB8AC3E}">
        <p14:creationId xmlns:p14="http://schemas.microsoft.com/office/powerpoint/2010/main" val="3004863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5086976"/>
            <a:ext cx="6163462" cy="553998"/>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cs typeface="Times New Roman" panose="02020603050405020304" pitchFamily="18" charset="0"/>
              </a:rPr>
              <a:t>Laissez toujours un supérieur hiérarchique s'exprimer en premier.</a:t>
            </a:r>
            <a:endParaRPr lang="fr-FR" altLang="fr-FR" sz="14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endParaRPr>
          </a:p>
        </p:txBody>
      </p:sp>
      <p:sp>
        <p:nvSpPr>
          <p:cNvPr id="4" name="Freeform 2">
            <a:extLst>
              <a:ext uri="{FF2B5EF4-FFF2-40B4-BE49-F238E27FC236}">
                <a16:creationId xmlns:a16="http://schemas.microsoft.com/office/drawing/2014/main" id="{B4CDB873-DE8C-3A40-8AB3-4F4F440BF4E5}"/>
              </a:ext>
            </a:extLst>
          </p:cNvPr>
          <p:cNvSpPr>
            <a:spLocks noChangeArrowheads="1"/>
          </p:cNvSpPr>
          <p:nvPr/>
        </p:nvSpPr>
        <p:spPr bwMode="auto">
          <a:xfrm>
            <a:off x="284839" y="1629013"/>
            <a:ext cx="6148387" cy="3323987"/>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Un représentant, une employée de bureau et un directeur du personnel sortent du bureau à midi et marchent vers un petit restaurant lorsqu'ils trouvent, sur un banc, une vielle lampe à huile. Ils la frottent et un génie s'en échappe.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D'habitude, j'accorde trois souhaits, mais comme vous êtes trois, vous en aurez un chacun".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L'employée de bureau bouscule les deux autres en gesticulant : " A moi, à moi ! Je veux être sur une plage immaculée des Bahamas, en vacances perpétuelles, sans aucun souci qui pourraient m'empêcher de profiter de la vie ". Et pouf, l'employée de bureau disparaît aussitôt.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représentant s'avance à son tour : " A moi, à moi ! Je veux siroter une pina </a:t>
            </a:r>
            <a:r>
              <a:rPr lang="fr-FR" altLang="fr-FR" sz="1400" dirty="0" err="1">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Colada</a:t>
            </a: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sur une plage de Tahiti avec la femme de mes rêves !". Et pouf, le représentant disparaît.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C'est à toi ", dit le génie en regardant le directeur du personnel.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Je veux que ces deux là soient de retour au bureau après le déjeuner. </a:t>
            </a:r>
          </a:p>
        </p:txBody>
      </p:sp>
      <p:pic>
        <p:nvPicPr>
          <p:cNvPr id="3" name="Image 2">
            <a:extLst>
              <a:ext uri="{FF2B5EF4-FFF2-40B4-BE49-F238E27FC236}">
                <a16:creationId xmlns:a16="http://schemas.microsoft.com/office/drawing/2014/main" id="{B97C2993-D594-6F45-9DB1-1A150D1E7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6697" y="5394209"/>
            <a:ext cx="3664606" cy="3664606"/>
          </a:xfrm>
          <a:prstGeom prst="rect">
            <a:avLst/>
          </a:prstGeom>
        </p:spPr>
      </p:pic>
    </p:spTree>
    <p:extLst>
      <p:ext uri="{BB962C8B-B14F-4D97-AF65-F5344CB8AC3E}">
        <p14:creationId xmlns:p14="http://schemas.microsoft.com/office/powerpoint/2010/main" val="182298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4213894"/>
            <a:ext cx="6163462" cy="553998"/>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cs typeface="Times New Roman" panose="02020603050405020304" pitchFamily="18" charset="0"/>
              </a:rPr>
              <a:t>Il faut toujours s’occuper de ses affaires et surtout … fermer sa gueule !</a:t>
            </a:r>
            <a:endParaRPr lang="fr-FR" altLang="fr-FR" sz="14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endParaRPr>
          </a:p>
        </p:txBody>
      </p:sp>
      <p:sp>
        <p:nvSpPr>
          <p:cNvPr id="4" name="Freeform 3">
            <a:extLst>
              <a:ext uri="{FF2B5EF4-FFF2-40B4-BE49-F238E27FC236}">
                <a16:creationId xmlns:a16="http://schemas.microsoft.com/office/drawing/2014/main" id="{B37D63EF-845C-A947-883D-02093B65F203}"/>
              </a:ext>
            </a:extLst>
          </p:cNvPr>
          <p:cNvSpPr>
            <a:spLocks noChangeArrowheads="1"/>
          </p:cNvSpPr>
          <p:nvPr/>
        </p:nvSpPr>
        <p:spPr bwMode="auto">
          <a:xfrm>
            <a:off x="207445" y="1715964"/>
            <a:ext cx="6318250" cy="2246769"/>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A la ferme, le cheval est malade.</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vétérinaire dit au paysan : » Je lui injecte un remède, si dans trois jours il n’est pas remis, il faudra l’abattre.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cochon qui a tout entendu, dit au cheval : « Lèves-toi ! » Mais le cheval est trop fatigué.</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deuxième jour le cochon dit : « Lèves-toi vite ! » Le cheval est toujours aussi fatigué.</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 troisième jour le cochon dit : « Lèves-toi sinon ils vont t’abattre ! » Alors dans un dernier effort, le cheval se lève.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Heureux, le paysan dit : « Faut fêter ça : on tue le cochon !</a:t>
            </a:r>
          </a:p>
        </p:txBody>
      </p:sp>
      <p:pic>
        <p:nvPicPr>
          <p:cNvPr id="2" name="Image 1">
            <a:extLst>
              <a:ext uri="{FF2B5EF4-FFF2-40B4-BE49-F238E27FC236}">
                <a16:creationId xmlns:a16="http://schemas.microsoft.com/office/drawing/2014/main" id="{29A191D5-25FB-4441-9C4C-F1A3804A76B5}"/>
              </a:ext>
            </a:extLst>
          </p:cNvPr>
          <p:cNvPicPr>
            <a:picLocks noChangeAspect="1"/>
          </p:cNvPicPr>
          <p:nvPr/>
        </p:nvPicPr>
        <p:blipFill>
          <a:blip r:embed="rId2"/>
          <a:stretch>
            <a:fillRect/>
          </a:stretch>
        </p:blipFill>
        <p:spPr>
          <a:xfrm>
            <a:off x="1516703" y="5533901"/>
            <a:ext cx="3824594" cy="2982273"/>
          </a:xfrm>
          <a:prstGeom prst="rect">
            <a:avLst/>
          </a:prstGeom>
        </p:spPr>
      </p:pic>
    </p:spTree>
    <p:extLst>
      <p:ext uri="{BB962C8B-B14F-4D97-AF65-F5344CB8AC3E}">
        <p14:creationId xmlns:p14="http://schemas.microsoft.com/office/powerpoint/2010/main" val="359507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5444900"/>
            <a:ext cx="6163462" cy="769441"/>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cs typeface="Times New Roman" panose="02020603050405020304" pitchFamily="18" charset="0"/>
              </a:rPr>
              <a:t>Sois toujours sourd quand quelqu'un te dit que tu ne peux réaliser tes rêves.</a:t>
            </a:r>
            <a:endParaRPr lang="fr-FR" altLang="fr-FR" sz="1400"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endParaRPr>
          </a:p>
        </p:txBody>
      </p:sp>
      <p:sp>
        <p:nvSpPr>
          <p:cNvPr id="4" name="Freeform 3">
            <a:extLst>
              <a:ext uri="{FF2B5EF4-FFF2-40B4-BE49-F238E27FC236}">
                <a16:creationId xmlns:a16="http://schemas.microsoft.com/office/drawing/2014/main" id="{FB06E5D2-012B-4048-89F8-CE697ED5AFE3}"/>
              </a:ext>
            </a:extLst>
          </p:cNvPr>
          <p:cNvSpPr>
            <a:spLocks noChangeArrowheads="1"/>
          </p:cNvSpPr>
          <p:nvPr/>
        </p:nvSpPr>
        <p:spPr bwMode="auto">
          <a:xfrm>
            <a:off x="207445" y="1557668"/>
            <a:ext cx="6318250" cy="3754874"/>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Il était une fois une course...de grenouilles.</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L'objectif était d'arriver en haut d'une grande tour.</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Beaucoup de gens se rassemblèrent pour les voir et les soutenir.</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La course commença.</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En fait, les gens ne croyaient probablement pas possible que les grenouilles atteignent la cime, et toutes les phrases que l'on entendit furent de ce genre : " Quelle peine !!! ", " Elles n'y arriveront jamais !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Les grenouilles commencèrent à se résigner, sauf une qui continua de grimper et les gens continuaient : " Quelle peine !!! ", " Elles n'y arriveront jamais ! ".</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Et les grenouilles s'avouèrent vaincues, sauf toujours la même grenouille qui insistait.</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A la fin, toutes se désistèrent, sauf cette grenouille qui, seule et avec un énorme effort, rejoignit le haut de la cime.</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Les autres voulurent savoir comment elle avait fait.</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L'une d'entre elles s'approcha pour lui demander comment elle avait fait pour terminer l'épreuve.</a:t>
            </a:r>
            <a:b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b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Et découvrit que la petite grenouille était sourde !...</a:t>
            </a:r>
          </a:p>
        </p:txBody>
      </p:sp>
      <p:pic>
        <p:nvPicPr>
          <p:cNvPr id="3" name="Image 2">
            <a:extLst>
              <a:ext uri="{FF2B5EF4-FFF2-40B4-BE49-F238E27FC236}">
                <a16:creationId xmlns:a16="http://schemas.microsoft.com/office/drawing/2014/main" id="{674B3CE8-610B-5449-9238-BDE8FEAF9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470" y="6346699"/>
            <a:ext cx="3886200" cy="2590800"/>
          </a:xfrm>
          <a:prstGeom prst="rect">
            <a:avLst/>
          </a:prstGeom>
        </p:spPr>
      </p:pic>
    </p:spTree>
    <p:extLst>
      <p:ext uri="{BB962C8B-B14F-4D97-AF65-F5344CB8AC3E}">
        <p14:creationId xmlns:p14="http://schemas.microsoft.com/office/powerpoint/2010/main" val="3084481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r>
              <a:rPr lang="fr-FR" sz="2400" dirty="0"/>
              <a:t>Apprendre à communiquer en groupe </a:t>
            </a:r>
          </a:p>
        </p:txBody>
      </p:sp>
      <p:sp>
        <p:nvSpPr>
          <p:cNvPr id="8" name="Rectangle 7">
            <a:extLst>
              <a:ext uri="{FF2B5EF4-FFF2-40B4-BE49-F238E27FC236}">
                <a16:creationId xmlns:a16="http://schemas.microsoft.com/office/drawing/2014/main" id="{193D452D-5E13-AD45-80B4-9A02B8A03F28}"/>
              </a:ext>
            </a:extLst>
          </p:cNvPr>
          <p:cNvSpPr/>
          <p:nvPr/>
        </p:nvSpPr>
        <p:spPr>
          <a:xfrm>
            <a:off x="284839" y="4489865"/>
            <a:ext cx="6163462" cy="1200329"/>
          </a:xfrm>
          <a:prstGeom prst="rect">
            <a:avLst/>
          </a:prstGeom>
          <a:solidFill>
            <a:schemeClr val="accent5">
              <a:lumMod val="20000"/>
              <a:lumOff val="80000"/>
            </a:schemeClr>
          </a:solidFill>
          <a:ln/>
        </p:spPr>
        <p:style>
          <a:lnRef idx="3">
            <a:schemeClr val="lt1"/>
          </a:lnRef>
          <a:fillRef idx="1">
            <a:schemeClr val="accent1"/>
          </a:fillRef>
          <a:effectRef idx="1">
            <a:schemeClr val="accent1"/>
          </a:effectRef>
          <a:fontRef idx="minor">
            <a:schemeClr val="lt1"/>
          </a:fontRef>
        </p:style>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600" b="1"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rPr>
              <a:t>Moralité : </a:t>
            </a:r>
          </a:p>
          <a:p>
            <a:pPr marL="285750" indent="-285750">
              <a:buFont typeface="Arial" panose="020B0604020202020204" pitchFamily="34" charset="0"/>
              <a:buChar char="•"/>
              <a:tabLst>
                <a:tab pos="723900" algn="l"/>
                <a:tab pos="1447800" algn="l"/>
                <a:tab pos="2171700" algn="l"/>
                <a:tab pos="2895600" algn="l"/>
                <a:tab pos="3619500" algn="l"/>
                <a:tab pos="4343400" algn="l"/>
                <a:tab pos="5067300" algn="l"/>
                <a:tab pos="5791200" algn="l"/>
                <a:tab pos="6515100" algn="l"/>
              </a:tabLst>
            </a:pPr>
            <a:r>
              <a:rPr lang="fr-FR" altLang="fr-FR" sz="1400" dirty="0">
                <a:solidFill>
                  <a:schemeClr val="tx1">
                    <a:lumMod val="95000"/>
                    <a:lumOff val="5000"/>
                  </a:schemeClr>
                </a:solidFill>
                <a:latin typeface="Cambria" panose="02040503050406030204" pitchFamily="18" charset="0"/>
                <a:cs typeface="Times New Roman" panose="02020603050405020304" pitchFamily="18" charset="0"/>
              </a:rPr>
              <a:t>Sans vouloir le reprocher à Tout le monde, il serait bon que Chacun fasse ce qu’il doit sans nourrir l’espoir, Que Quelqu’un le fera à sa place… Car l’expérience montre que là où on attend Quelqu’un, Généralement on ne trouve Personne !</a:t>
            </a:r>
            <a:endParaRPr lang="fr-FR" altLang="fr-FR" sz="1400" dirty="0">
              <a:solidFill>
                <a:schemeClr val="tx1">
                  <a:lumMod val="95000"/>
                  <a:lumOff val="5000"/>
                </a:schemeClr>
              </a:solidFill>
              <a:latin typeface="Cambria" panose="02040503050406030204" pitchFamily="18" charset="0"/>
              <a:ea typeface="Arial Unicode MS" panose="020B0604020202020204" pitchFamily="34" charset="-128"/>
              <a:cs typeface="Times New Roman" panose="02020603050405020304" pitchFamily="18" charset="0"/>
            </a:endParaRPr>
          </a:p>
        </p:txBody>
      </p:sp>
      <p:sp>
        <p:nvSpPr>
          <p:cNvPr id="4" name="Freeform 3">
            <a:extLst>
              <a:ext uri="{FF2B5EF4-FFF2-40B4-BE49-F238E27FC236}">
                <a16:creationId xmlns:a16="http://schemas.microsoft.com/office/drawing/2014/main" id="{EB371B10-DCE6-C942-A9A1-E32D99A5EC32}"/>
              </a:ext>
            </a:extLst>
          </p:cNvPr>
          <p:cNvSpPr>
            <a:spLocks noChangeArrowheads="1"/>
          </p:cNvSpPr>
          <p:nvPr/>
        </p:nvSpPr>
        <p:spPr bwMode="auto">
          <a:xfrm>
            <a:off x="284839" y="1638506"/>
            <a:ext cx="6048375" cy="2462213"/>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t">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Il était une fois quatre individus qu’on appelait Tout le monde – Quelqu’un – Chacun – et Personne.</a:t>
            </a:r>
            <a:endParaRPr lang="fr-F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Il y avait un important travail à faire, et on a demandé à Tout le monde de le faire.</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Tout le monde était persuadé que Quelqu’un le ferait..</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Chacun pouvait l’avoir fait, mais en réalité Personne ne le fit.</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Quelqu’un se fâcha car c’était le travail de Tout le monde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Tout le monde pensa que Chacun pouvait le faire</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Et Personne ne doutait que Quelqu’un le ferait…</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En fin de compte, Tout le monde fit des reproches à Chacun</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Parce que Personne n’avait fait ce que Quelqu’un aurait pu faire.</a:t>
            </a:r>
          </a:p>
        </p:txBody>
      </p:sp>
      <p:pic>
        <p:nvPicPr>
          <p:cNvPr id="3" name="Image 2">
            <a:extLst>
              <a:ext uri="{FF2B5EF4-FFF2-40B4-BE49-F238E27FC236}">
                <a16:creationId xmlns:a16="http://schemas.microsoft.com/office/drawing/2014/main" id="{1D4B8D5A-BC41-9942-82C0-FDD97E612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665" y="6044540"/>
            <a:ext cx="5394669" cy="2409619"/>
          </a:xfrm>
          <a:prstGeom prst="rect">
            <a:avLst/>
          </a:prstGeom>
        </p:spPr>
      </p:pic>
    </p:spTree>
    <p:extLst>
      <p:ext uri="{BB962C8B-B14F-4D97-AF65-F5344CB8AC3E}">
        <p14:creationId xmlns:p14="http://schemas.microsoft.com/office/powerpoint/2010/main" val="100146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pPr algn="ctr">
              <a:lnSpc>
                <a:spcPct val="100000"/>
              </a:lnSpc>
            </a:pPr>
            <a:r>
              <a:rPr lang="fr-FR" altLang="fr-FR" sz="2400" dirty="0">
                <a:latin typeface="Cambria" panose="02040503050406030204" pitchFamily="18" charset="0"/>
                <a:cs typeface="Times New Roman" panose="02020603050405020304" pitchFamily="18" charset="0"/>
              </a:rPr>
              <a:t>CHARTE DE VIE POUR DE MEILLEURES RELATIONS DANS MON TRAVAIL</a:t>
            </a:r>
          </a:p>
        </p:txBody>
      </p:sp>
      <p:sp>
        <p:nvSpPr>
          <p:cNvPr id="4" name="Freeform 2">
            <a:extLst>
              <a:ext uri="{FF2B5EF4-FFF2-40B4-BE49-F238E27FC236}">
                <a16:creationId xmlns:a16="http://schemas.microsoft.com/office/drawing/2014/main" id="{401FFEF4-1BA9-734F-991F-0E19D6D67A6C}"/>
              </a:ext>
            </a:extLst>
          </p:cNvPr>
          <p:cNvSpPr>
            <a:spLocks noChangeArrowheads="1"/>
          </p:cNvSpPr>
          <p:nvPr/>
        </p:nvSpPr>
        <p:spPr bwMode="auto">
          <a:xfrm>
            <a:off x="244043" y="1497517"/>
            <a:ext cx="6370514" cy="7417415"/>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1- Quelle que soit ma fonction, quel que soit le poste que j'occupe, quelle que soit mon ancienneté, j'ai besoin d'être reconnu comme une personne.</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2- J'ai aussi besoin d'être valorisé, gratifié dans ce que je fais.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Oui, j'ai besoin que quelqu'un me renvoie de temps en temps une image positive, pour dépasser mes limites.</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3- J'ai besoin d'être informé, consulté parfois, pour tout ce qui concerne l'évolution de mon travail, de mon poste, de mes responsabilités.</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4- J'ai besoin d'un positionnement clair, constant et cohérent de la part des personnes en autorité, pour tout ce qui touche à mes devoirs (mes engagements envers l'équipe, l'institution ou la société dans laquelle je travaille).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5- J'ai besoin également d'un positionnement sans ambiguïté sur mes droits (engagement de l'institution ou de la société à mon égard).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Je ne veux pas être l'objet de la fluctuation des désirs et des peurs de chacun, au moindre malentendu, à la moindre divergence, à la moindre maladresse ou au moindre incident.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6- J'ai besoin que mon point de vue soit entendu, même s'il n'est pas toujours retenu, ou pris en compte.</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7- J'ai besoin de rendre compte de mon travail et d'avoir une écoute pour en évaluer les possibles.</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8- J'ai besoin d'être passionné dans mon travail, d'avoir des buts, des projets et même de conserver la possibilité de rêver à des changements.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9- Je voudrais rappeler que c'est huit heures ou plus de ma vie que je vends chaque jour en travaillant. Et que je suis sensible à la qualité de vie de ma vie durant ce temps, car elle se répercutera sur l'ensemble de mon existence et de mes relations. </a:t>
            </a:r>
          </a:p>
        </p:txBody>
      </p:sp>
      <p:sp>
        <p:nvSpPr>
          <p:cNvPr id="2" name="ZoneTexte 1">
            <a:extLst>
              <a:ext uri="{FF2B5EF4-FFF2-40B4-BE49-F238E27FC236}">
                <a16:creationId xmlns:a16="http://schemas.microsoft.com/office/drawing/2014/main" id="{2E60686C-AA88-EE41-A1DE-2903203C9D8C}"/>
              </a:ext>
            </a:extLst>
          </p:cNvPr>
          <p:cNvSpPr txBox="1"/>
          <p:nvPr/>
        </p:nvSpPr>
        <p:spPr>
          <a:xfrm>
            <a:off x="5076668" y="9378533"/>
            <a:ext cx="1286634" cy="276999"/>
          </a:xfrm>
          <a:prstGeom prst="rect">
            <a:avLst/>
          </a:prstGeom>
          <a:noFill/>
        </p:spPr>
        <p:txBody>
          <a:bodyPr wrap="none" rtlCol="0">
            <a:spAutoFit/>
          </a:bodyPr>
          <a:lstStyle/>
          <a:p>
            <a:r>
              <a:rPr lang="fr-FR" sz="1200" dirty="0">
                <a:solidFill>
                  <a:schemeClr val="accent1"/>
                </a:solidFill>
                <a:latin typeface="Cambria" panose="02040503050406030204" pitchFamily="18" charset="0"/>
              </a:rPr>
              <a:t>Jacques SALOMÉ</a:t>
            </a:r>
          </a:p>
        </p:txBody>
      </p:sp>
      <p:sp>
        <p:nvSpPr>
          <p:cNvPr id="3" name="Rectangle 2">
            <a:extLst>
              <a:ext uri="{FF2B5EF4-FFF2-40B4-BE49-F238E27FC236}">
                <a16:creationId xmlns:a16="http://schemas.microsoft.com/office/drawing/2014/main" id="{44EACC6D-FB7B-DC4E-8E98-3FAA3BCF54AF}"/>
              </a:ext>
            </a:extLst>
          </p:cNvPr>
          <p:cNvSpPr/>
          <p:nvPr/>
        </p:nvSpPr>
        <p:spPr>
          <a:xfrm>
            <a:off x="243443" y="8758319"/>
            <a:ext cx="5885708" cy="523220"/>
          </a:xfrm>
          <a:prstGeom prst="rect">
            <a:avLst/>
          </a:prstGeom>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b="1"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Si chacun de ces points peut être entendu et vécu sur mon lieu de travail, vous pouvez être assuré que je collabore au maximum.</a:t>
            </a:r>
          </a:p>
        </p:txBody>
      </p:sp>
    </p:spTree>
    <p:extLst>
      <p:ext uri="{BB962C8B-B14F-4D97-AF65-F5344CB8AC3E}">
        <p14:creationId xmlns:p14="http://schemas.microsoft.com/office/powerpoint/2010/main" val="3688988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FD63327-C81D-2C43-9A0A-4340D9E9D571}"/>
              </a:ext>
            </a:extLst>
          </p:cNvPr>
          <p:cNvSpPr>
            <a:spLocks noGrp="1"/>
          </p:cNvSpPr>
          <p:nvPr>
            <p:ph type="body" sz="quarter" idx="13"/>
          </p:nvPr>
        </p:nvSpPr>
        <p:spPr/>
        <p:txBody>
          <a:bodyPr>
            <a:normAutofit/>
          </a:bodyPr>
          <a:lstStyle/>
          <a:p>
            <a:pPr algn="ctr">
              <a:lnSpc>
                <a:spcPct val="100000"/>
              </a:lnSpc>
            </a:pPr>
            <a:r>
              <a:rPr lang="fr-FR" altLang="fr-FR" sz="1800" b="1" dirty="0">
                <a:latin typeface="Cambria" panose="02040503050406030204" pitchFamily="18" charset="0"/>
                <a:cs typeface="Times New Roman" panose="02020603050405020304" pitchFamily="18" charset="0"/>
              </a:rPr>
              <a:t>ANTI-CHARTE DE VIE RELATIONNELLE</a:t>
            </a:r>
            <a:endParaRPr lang="fr-FR" altLang="fr-FR" sz="1800" dirty="0">
              <a:latin typeface="Cambria" panose="02040503050406030204" pitchFamily="18" charset="0"/>
              <a:cs typeface="Times New Roman" panose="02020603050405020304" pitchFamily="18" charset="0"/>
            </a:endParaRPr>
          </a:p>
        </p:txBody>
      </p:sp>
      <p:sp>
        <p:nvSpPr>
          <p:cNvPr id="4" name="Freeform 2">
            <a:extLst>
              <a:ext uri="{FF2B5EF4-FFF2-40B4-BE49-F238E27FC236}">
                <a16:creationId xmlns:a16="http://schemas.microsoft.com/office/drawing/2014/main" id="{01CCD8F8-BE02-6748-896E-CE1AC0AAE4B4}"/>
              </a:ext>
            </a:extLst>
          </p:cNvPr>
          <p:cNvSpPr>
            <a:spLocks noChangeArrowheads="1"/>
          </p:cNvSpPr>
          <p:nvPr/>
        </p:nvSpPr>
        <p:spPr bwMode="auto">
          <a:xfrm>
            <a:off x="277018" y="1769650"/>
            <a:ext cx="6303963" cy="1600438"/>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ne suis pas reconnu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me sens critiqué et jugé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mon point de vue n'est pas entendu</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ne reçois aucune gratification et valorisation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ne suis qu'un exécutant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m'ennuie </a:t>
            </a:r>
          </a:p>
          <a:p>
            <a:pPr>
              <a:tabLst>
                <a:tab pos="723900" algn="l"/>
                <a:tab pos="1447800" algn="l"/>
                <a:tab pos="2171700" algn="l"/>
                <a:tab pos="2895600" algn="l"/>
                <a:tab pos="3619500" algn="l"/>
                <a:tab pos="4343400" algn="l"/>
                <a:tab pos="5067300" algn="l"/>
                <a:tab pos="5791200" algn="l"/>
                <a:tab pos="6515100" algn="l"/>
              </a:tabLst>
            </a:pPr>
            <a:r>
              <a:rPr lang="fr-FR" altLang="fr-FR" sz="1400" dirty="0">
                <a:solidFill>
                  <a:srgbClr val="000000"/>
                </a:solidFill>
                <a:latin typeface="Cambria" panose="02040503050406030204" pitchFamily="18" charset="0"/>
                <a:ea typeface="Arial Unicode MS" panose="020B0604020202020204" pitchFamily="34" charset="-128"/>
                <a:cs typeface="Times New Roman" panose="02020603050405020304" pitchFamily="18" charset="0"/>
              </a:rPr>
              <a:t>Quand je ne peux me reconnaître dans... l'incompétence de mes supérieurs. </a:t>
            </a:r>
          </a:p>
        </p:txBody>
      </p:sp>
      <p:sp>
        <p:nvSpPr>
          <p:cNvPr id="5" name="Freeform 4">
            <a:extLst>
              <a:ext uri="{FF2B5EF4-FFF2-40B4-BE49-F238E27FC236}">
                <a16:creationId xmlns:a16="http://schemas.microsoft.com/office/drawing/2014/main" id="{19A5995A-11D5-6845-8A00-6EE69EFAFE32}"/>
              </a:ext>
            </a:extLst>
          </p:cNvPr>
          <p:cNvSpPr>
            <a:spLocks noChangeArrowheads="1"/>
          </p:cNvSpPr>
          <p:nvPr/>
        </p:nvSpPr>
        <p:spPr bwMode="auto">
          <a:xfrm>
            <a:off x="277018" y="3951934"/>
            <a:ext cx="6303963" cy="584775"/>
          </a:xfrm>
          <a:custGeom>
            <a:avLst/>
            <a:gdLst>
              <a:gd name="T0" fmla="*/ 0 w 21600"/>
              <a:gd name="T1" fmla="*/ 0 h 21600"/>
              <a:gd name="T2" fmla="*/ 21600 w 21600"/>
              <a:gd name="T3" fmla="*/ 0 h 21600"/>
              <a:gd name="T4" fmla="*/ 21600 w 21600"/>
              <a:gd name="T5" fmla="*/ 21600 h 21600"/>
              <a:gd name="T6" fmla="*/ 0 w 21600"/>
              <a:gd name="T7" fmla="*/ 216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lnSpc>
                <a:spcPct val="100000"/>
              </a:lnSpc>
            </a:pPr>
            <a:r>
              <a:rPr lang="fr-FR" altLang="fr-FR" sz="1600" b="1" dirty="0">
                <a:latin typeface="Cambria" panose="02040503050406030204" pitchFamily="18" charset="0"/>
                <a:cs typeface="Times New Roman" panose="02020603050405020304" pitchFamily="18" charset="0"/>
              </a:rPr>
              <a:t>Je deviens alors un exécutant bête et passif, parfois même con et méchant... (même si je ne le montre pas toujours au grand jour).</a:t>
            </a:r>
          </a:p>
        </p:txBody>
      </p:sp>
      <p:pic>
        <p:nvPicPr>
          <p:cNvPr id="3" name="Image 2">
            <a:extLst>
              <a:ext uri="{FF2B5EF4-FFF2-40B4-BE49-F238E27FC236}">
                <a16:creationId xmlns:a16="http://schemas.microsoft.com/office/drawing/2014/main" id="{694EBB29-F965-A641-B7AD-215CB2C2C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817" y="4877880"/>
            <a:ext cx="3902365" cy="3902365"/>
          </a:xfrm>
          <a:prstGeom prst="rect">
            <a:avLst/>
          </a:prstGeom>
        </p:spPr>
      </p:pic>
    </p:spTree>
    <p:extLst>
      <p:ext uri="{BB962C8B-B14F-4D97-AF65-F5344CB8AC3E}">
        <p14:creationId xmlns:p14="http://schemas.microsoft.com/office/powerpoint/2010/main" val="238669624"/>
      </p:ext>
    </p:extLst>
  </p:cSld>
  <p:clrMapOvr>
    <a:masterClrMapping/>
  </p:clrMapOvr>
</p:sld>
</file>

<file path=ppt/theme/theme1.xml><?xml version="1.0" encoding="utf-8"?>
<a:theme xmlns:a="http://schemas.openxmlformats.org/drawingml/2006/main" name="Instructions et conseil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C207CB34-2D25-9847-BF7B-D6D896C20150}"/>
    </a:ext>
  </a:extLst>
</a:theme>
</file>

<file path=ppt/theme/theme2.xml><?xml version="1.0" encoding="utf-8"?>
<a:theme xmlns:a="http://schemas.openxmlformats.org/drawingml/2006/main" name="Charte Graphique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5EDCE521-9AF5-314A-9107-C3D8F2088EF4}"/>
    </a:ext>
  </a:extLst>
</a:theme>
</file>

<file path=ppt/theme/theme3.xml><?xml version="1.0" encoding="utf-8"?>
<a:theme xmlns:a="http://schemas.openxmlformats.org/drawingml/2006/main" name="Note Qualiopi">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7CF46B6C-DF2E-1A43-9B8F-886552911F09}"/>
    </a:ext>
  </a:extLst>
</a:theme>
</file>

<file path=ppt/theme/theme4.xml><?xml version="1.0" encoding="utf-8"?>
<a:theme xmlns:a="http://schemas.openxmlformats.org/drawingml/2006/main" name="Titre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ifac-institutionnel-19">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0A3ECDB2-C97D-C24D-9B9A-8A5C8611F804}"/>
    </a:ext>
  </a:extLst>
</a:theme>
</file>

<file path=ppt/theme/theme5.xml><?xml version="1.0" encoding="utf-8"?>
<a:theme xmlns:a="http://schemas.openxmlformats.org/drawingml/2006/main" name="Titre institutionnel">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ifac-institutionnel-19">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CD42D6C4-601C-824A-96B9-E1D99A132B56}"/>
    </a:ext>
  </a:extLst>
</a:theme>
</file>

<file path=ppt/theme/theme6.xml><?xml version="1.0" encoding="utf-8"?>
<a:theme xmlns:a="http://schemas.openxmlformats.org/drawingml/2006/main" name="Titre formation">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ifac-institutionnel-19">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BA8F5344-DA9D-BE43-A15F-B896E08EF204}"/>
    </a:ext>
  </a:extLst>
</a:theme>
</file>

<file path=ppt/theme/theme7.xml><?xml version="1.0" encoding="utf-8"?>
<a:theme xmlns:a="http://schemas.openxmlformats.org/drawingml/2006/main" name="Titre animation">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ifac-institutionnel-19">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791B2218-7F39-E54D-A4B8-04C14E911C91}"/>
    </a:ext>
  </a:extLst>
</a:theme>
</file>

<file path=ppt/theme/theme8.xml><?xml version="1.0" encoding="utf-8"?>
<a:theme xmlns:a="http://schemas.openxmlformats.org/drawingml/2006/main" name="Titre Petite Enfance">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ifac-institutionnel-19">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D6DD14DC-F0F7-BC4C-A73C-59EB7A184C98}"/>
    </a:ext>
  </a:extLst>
</a:theme>
</file>

<file path=ppt/theme/theme9.xml><?xml version="1.0" encoding="utf-8"?>
<a:theme xmlns:a="http://schemas.openxmlformats.org/drawingml/2006/main" name="Contenu institutionnel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157D6846-9AE7-6447-980D-AEECF65E3AF7}"/>
    </a:ext>
  </a:extLst>
</a:theme>
</file>

<file path=ppt/theme/theme10.xml><?xml version="1.0" encoding="utf-8"?>
<a:theme xmlns:a="http://schemas.openxmlformats.org/drawingml/2006/main" name="Contenu - animation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Personnalisé 1">
      <a:majorFont>
        <a:latin typeface="Roboto Bk"/>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a:solidFill>
            <a:schemeClr val="accent3">
              <a:alpha val="79000"/>
            </a:schemeClr>
          </a:solidFill>
          <a:prstDash val="dash"/>
        </a:ln>
      </a:spPr>
      <a:bodyPr lIns="0" tIns="0" rIns="0" bIns="0" rtlCol="0" anchor="ctr"/>
      <a:lstStyle>
        <a:defPPr algn="ctr">
          <a:defRPr sz="1200" b="1" dirty="0">
            <a:solidFill>
              <a:srgbClr val="2A7387"/>
            </a:solidFill>
            <a:latin typeface="Roboto Bk" pitchFamily="2" charset="0"/>
            <a:ea typeface="Roboto Bk" pitchFamily="2" charset="0"/>
            <a:cs typeface="Open Sans Semibold"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2" id="{183787D9-5AD5-1B4F-8C9C-07E76B46CF40}" vid="{057ED99A-3CB9-A447-944B-0C745E50CBB8}"/>
    </a:ext>
  </a:extLst>
</a:theme>
</file>

<file path=ppt/theme/theme11.xml><?xml version="1.0" encoding="utf-8"?>
<a:theme xmlns:a="http://schemas.openxmlformats.org/drawingml/2006/main" name="Contenu - formation">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8B1CA3F0-AB5F-074E-9397-998F39888FA3}"/>
    </a:ext>
  </a:extLst>
</a:theme>
</file>

<file path=ppt/theme/theme12.xml><?xml version="1.0" encoding="utf-8"?>
<a:theme xmlns:a="http://schemas.openxmlformats.org/drawingml/2006/main" name="Contenu - petite enfance">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135EB6B0-463F-994A-9D59-9DC3E3E8899E}"/>
    </a:ext>
  </a:extLst>
</a:theme>
</file>

<file path=ppt/theme/theme13.xml><?xml version="1.0" encoding="utf-8"?>
<a:theme xmlns:a="http://schemas.openxmlformats.org/drawingml/2006/main" name="Contenu - magellan ">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66ED3C03-0FAD-5E44-811F-51C67944D474}"/>
    </a:ext>
  </a:extLst>
</a:theme>
</file>

<file path=ppt/theme/theme14.xml><?xml version="1.0" encoding="utf-8"?>
<a:theme xmlns:a="http://schemas.openxmlformats.org/drawingml/2006/main" name="Contenu - chabullons">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E2107155-DF30-744F-8F3F-0438F7CF968A}"/>
    </a:ext>
  </a:extLst>
</a:theme>
</file>

<file path=ppt/theme/theme15.xml><?xml version="1.0" encoding="utf-8"?>
<a:theme xmlns:a="http://schemas.openxmlformats.org/drawingml/2006/main" name="Contenu - étudions">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9F09E9B0-8136-F341-8B71-9D1448D1BE14}"/>
    </a:ext>
  </a:extLst>
</a:theme>
</file>

<file path=ppt/theme/theme16.xml><?xml version="1.0" encoding="utf-8"?>
<a:theme xmlns:a="http://schemas.openxmlformats.org/drawingml/2006/main" name="Contenu - ifep">
  <a:themeElements>
    <a:clrScheme name="ifac institutionnel">
      <a:dk1>
        <a:srgbClr val="595959"/>
      </a:dk1>
      <a:lt1>
        <a:sysClr val="window" lastClr="FFFFFF"/>
      </a:lt1>
      <a:dk2>
        <a:srgbClr val="0071B9"/>
      </a:dk2>
      <a:lt2>
        <a:srgbClr val="B0A286"/>
      </a:lt2>
      <a:accent1>
        <a:srgbClr val="0C0C0C"/>
      </a:accent1>
      <a:accent2>
        <a:srgbClr val="F49F0D"/>
      </a:accent2>
      <a:accent3>
        <a:srgbClr val="BBCC00"/>
      </a:accent3>
      <a:accent4>
        <a:srgbClr val="AC6DA6"/>
      </a:accent4>
      <a:accent5>
        <a:srgbClr val="0071B9"/>
      </a:accent5>
      <a:accent6>
        <a:srgbClr val="FFC000"/>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B10D3315-6807-2541-892C-D31BAE3C0ADD}"/>
    </a:ext>
  </a:extLst>
</a:theme>
</file>

<file path=ppt/theme/theme17.xml><?xml version="1.0" encoding="utf-8"?>
<a:theme xmlns:a="http://schemas.openxmlformats.org/drawingml/2006/main" name="1_Titre Petite Enfan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F6B7DECA-A585-674F-8A7B-7CA0DD27EA8B}"/>
    </a:ext>
  </a:extLst>
</a:theme>
</file>

<file path=ppt/theme/theme18.xml><?xml version="1.0" encoding="utf-8"?>
<a:theme xmlns:a="http://schemas.openxmlformats.org/drawingml/2006/main" name="1_Contenu - petite enfan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2" id="{183787D9-5AD5-1B4F-8C9C-07E76B46CF40}" vid="{53BDC449-E510-654D-8D49-08A4A77ACC0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FA811C763EF6A4C96982FAC3FFC1377" ma:contentTypeVersion="9" ma:contentTypeDescription="Crée un document." ma:contentTypeScope="" ma:versionID="7e052afe6bcac4716bdc56e34c107e5e">
  <xsd:schema xmlns:xsd="http://www.w3.org/2001/XMLSchema" xmlns:xs="http://www.w3.org/2001/XMLSchema" xmlns:p="http://schemas.microsoft.com/office/2006/metadata/properties" xmlns:ns2="2c12ca1a-f12e-4f13-9dee-7f9bee8a25c7" targetNamespace="http://schemas.microsoft.com/office/2006/metadata/properties" ma:root="true" ma:fieldsID="2582a876646f748a1ab78c5529d2c7be" ns2:_="">
    <xsd:import namespace="2c12ca1a-f12e-4f13-9dee-7f9bee8a25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12ca1a-f12e-4f13-9dee-7f9bee8a25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97DCD6-FE02-45AE-9974-E16698D3D24E}">
  <ds:schemaRefs>
    <ds:schemaRef ds:uri="http://schemas.microsoft.com/sharepoint/v3/contenttype/forms"/>
  </ds:schemaRefs>
</ds:datastoreItem>
</file>

<file path=customXml/itemProps2.xml><?xml version="1.0" encoding="utf-8"?>
<ds:datastoreItem xmlns:ds="http://schemas.openxmlformats.org/officeDocument/2006/customXml" ds:itemID="{BF287D82-0A20-41C4-B91B-F830C625D2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12ca1a-f12e-4f13-9dee-7f9bee8a25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C1C7A3-0F03-422D-9026-4D8332B57493}">
  <ds:schemaRefs>
    <ds:schemaRef ds:uri="http://schemas.microsoft.com/office/2006/metadata/properties"/>
    <ds:schemaRef ds:uri="http://schemas.microsoft.com/office/infopath/2007/PartnerControls"/>
    <ds:schemaRef ds:uri="3b1fd931-cf2a-475a-bdfb-f602322de300"/>
  </ds:schemaRefs>
</ds:datastoreItem>
</file>

<file path=docProps/app.xml><?xml version="1.0" encoding="utf-8"?>
<Properties xmlns="http://schemas.openxmlformats.org/officeDocument/2006/extended-properties" xmlns:vt="http://schemas.openxmlformats.org/officeDocument/2006/docPropsVTypes">
  <Template>Instructions et conseil </Template>
  <TotalTime>27</TotalTime>
  <Words>1700</Words>
  <Application>Microsoft Office PowerPoint</Application>
  <PresentationFormat>Format A4 (210 x 297 mm)</PresentationFormat>
  <Paragraphs>65</Paragraphs>
  <Slides>9</Slides>
  <Notes>0</Notes>
  <HiddenSlides>0</HiddenSlides>
  <MMClips>0</MMClips>
  <ScaleCrop>false</ScaleCrop>
  <HeadingPairs>
    <vt:vector size="4" baseType="variant">
      <vt:variant>
        <vt:lpstr>Thème</vt:lpstr>
      </vt:variant>
      <vt:variant>
        <vt:i4>18</vt:i4>
      </vt:variant>
      <vt:variant>
        <vt:lpstr>Titres des diapositives</vt:lpstr>
      </vt:variant>
      <vt:variant>
        <vt:i4>9</vt:i4>
      </vt:variant>
    </vt:vector>
  </HeadingPairs>
  <TitlesOfParts>
    <vt:vector size="27" baseType="lpstr">
      <vt:lpstr>Instructions et conseil </vt:lpstr>
      <vt:lpstr>Charte Graphique </vt:lpstr>
      <vt:lpstr>Note Qualiopi</vt:lpstr>
      <vt:lpstr>Titre </vt:lpstr>
      <vt:lpstr>Titre institutionnel</vt:lpstr>
      <vt:lpstr>Titre formation</vt:lpstr>
      <vt:lpstr>Titre animation</vt:lpstr>
      <vt:lpstr>Titre Petite Enfance</vt:lpstr>
      <vt:lpstr>Contenu institutionnel </vt:lpstr>
      <vt:lpstr>Contenu - animation </vt:lpstr>
      <vt:lpstr>Contenu - formation</vt:lpstr>
      <vt:lpstr>Contenu - petite enfance</vt:lpstr>
      <vt:lpstr>Contenu - magellan </vt:lpstr>
      <vt:lpstr>Contenu - chabullons</vt:lpstr>
      <vt:lpstr>Contenu - étudions</vt:lpstr>
      <vt:lpstr>Contenu - ifep</vt:lpstr>
      <vt:lpstr>1_Titre Petite Enfance</vt:lpstr>
      <vt:lpstr>1_Contenu - petite enfance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Mourad LAFKI</dc:creator>
  <cp:lastModifiedBy>Mourad LAFKI</cp:lastModifiedBy>
  <cp:revision>7</cp:revision>
  <dcterms:created xsi:type="dcterms:W3CDTF">2021-04-19T11:24:57Z</dcterms:created>
  <dcterms:modified xsi:type="dcterms:W3CDTF">2021-04-24T12:15:30Z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0x0101006FA811C763EF6A4C96982FAC3FFC1377</vt:lpwstr>
  </property>
  <property fmtid="{D5CDD505-2E9C-101B-9397-08002B2CF9AE}" pid="3" name="MSIP_Label_2ee8e3cf-8dfb-4dfd-8e16-2b819946f154_Enabled">
    <vt:lpwstr>true</vt:lpwstr>
  </property>
  <property fmtid="{D5CDD505-2E9C-101B-9397-08002B2CF9AE}" pid="4" name="MSIP_Label_2ee8e3cf-8dfb-4dfd-8e16-2b819946f154_SetDate">
    <vt:lpwstr>2021-04-17T13:58:18Z</vt:lpwstr>
  </property>
  <property fmtid="{D5CDD505-2E9C-101B-9397-08002B2CF9AE}" pid="5" name="MSIP_Label_2ee8e3cf-8dfb-4dfd-8e16-2b819946f154_Method">
    <vt:lpwstr>Standard</vt:lpwstr>
  </property>
  <property fmtid="{D5CDD505-2E9C-101B-9397-08002B2CF9AE}" pid="6" name="MSIP_Label_2ee8e3cf-8dfb-4dfd-8e16-2b819946f154_Name">
    <vt:lpwstr>Général</vt:lpwstr>
  </property>
  <property fmtid="{D5CDD505-2E9C-101B-9397-08002B2CF9AE}" pid="7" name="MSIP_Label_2ee8e3cf-8dfb-4dfd-8e16-2b819946f154_SiteId">
    <vt:lpwstr>d293741f-17da-41a1-b39e-7dfb20581fb2</vt:lpwstr>
  </property>
  <property fmtid="{D5CDD505-2E9C-101B-9397-08002B2CF9AE}" pid="8" name="MSIP_Label_2ee8e3cf-8dfb-4dfd-8e16-2b819946f154_ActionId">
    <vt:lpwstr>a968ba1a-d5ff-40b2-a41d-19478cb17667</vt:lpwstr>
  </property>
  <property fmtid="{D5CDD505-2E9C-101B-9397-08002B2CF9AE}" pid="9" name="MSIP_Label_2ee8e3cf-8dfb-4dfd-8e16-2b819946f154_ContentBits">
    <vt:lpwstr>0</vt:lpwstr>
  </property>
</Properties>
</file>